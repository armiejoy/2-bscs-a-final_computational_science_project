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30"/>
  </p:notesMasterIdLst>
  <p:handoutMasterIdLst>
    <p:handoutMasterId r:id="rId31"/>
  </p:handoutMasterIdLst>
  <p:sldIdLst>
    <p:sldId id="257" r:id="rId5"/>
    <p:sldId id="258" r:id="rId6"/>
    <p:sldId id="287" r:id="rId7"/>
    <p:sldId id="288" r:id="rId8"/>
    <p:sldId id="289" r:id="rId9"/>
    <p:sldId id="290" r:id="rId10"/>
    <p:sldId id="291" r:id="rId11"/>
    <p:sldId id="292" r:id="rId12"/>
    <p:sldId id="293" r:id="rId13"/>
    <p:sldId id="294" r:id="rId14"/>
    <p:sldId id="295" r:id="rId15"/>
    <p:sldId id="296" r:id="rId16"/>
    <p:sldId id="297" r:id="rId17"/>
    <p:sldId id="298" r:id="rId18"/>
    <p:sldId id="299" r:id="rId19"/>
    <p:sldId id="300" r:id="rId20"/>
    <p:sldId id="301" r:id="rId21"/>
    <p:sldId id="302" r:id="rId22"/>
    <p:sldId id="303" r:id="rId23"/>
    <p:sldId id="304" r:id="rId24"/>
    <p:sldId id="305" r:id="rId25"/>
    <p:sldId id="306" r:id="rId26"/>
    <p:sldId id="307" r:id="rId27"/>
    <p:sldId id="281" r:id="rId28"/>
    <p:sldId id="277" r:id="rId29"/>
  </p:sldIdLst>
  <p:sldSz cx="1218882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orient="horz" pos="1008">
          <p15:clr>
            <a:srgbClr val="A4A3A4"/>
          </p15:clr>
        </p15:guide>
        <p15:guide id="3" orient="horz" pos="3792">
          <p15:clr>
            <a:srgbClr val="A4A3A4"/>
          </p15:clr>
        </p15:guide>
        <p15:guide id="4" orient="horz" pos="336">
          <p15:clr>
            <a:srgbClr val="A4A3A4"/>
          </p15:clr>
        </p15:guide>
        <p15:guide id="5" orient="horz" pos="1920">
          <p15:clr>
            <a:srgbClr val="A4A3A4"/>
          </p15:clr>
        </p15:guide>
        <p15:guide id="6" orient="horz" pos="3984">
          <p15:clr>
            <a:srgbClr val="A4A3A4"/>
          </p15:clr>
        </p15:guide>
        <p15:guide id="7" orient="horz" pos="1152">
          <p15:clr>
            <a:srgbClr val="A4A3A4"/>
          </p15:clr>
        </p15:guide>
        <p15:guide id="8" pos="3839">
          <p15:clr>
            <a:srgbClr val="A4A3A4"/>
          </p15:clr>
        </p15:guide>
        <p15:guide id="9" pos="671">
          <p15:clr>
            <a:srgbClr val="A4A3A4"/>
          </p15:clr>
        </p15:guide>
        <p15:guide id="10" pos="7007">
          <p15:clr>
            <a:srgbClr val="A4A3A4"/>
          </p15:clr>
        </p15:guide>
        <p15:guide id="11" pos="6143">
          <p15:clr>
            <a:srgbClr val="A4A3A4"/>
          </p15:clr>
        </p15:guide>
        <p15:guide id="12" pos="3263">
          <p15:clr>
            <a:srgbClr val="A4A3A4"/>
          </p15:clr>
        </p15:guide>
        <p15:guide id="13" pos="7391">
          <p15:clr>
            <a:srgbClr val="A4A3A4"/>
          </p15:clr>
        </p15:guide>
        <p15:guide id="14" pos="3695">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C89EF96-8CEA-46FF-86C4-4CE0E760980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879" autoAdjust="0"/>
  </p:normalViewPr>
  <p:slideViewPr>
    <p:cSldViewPr showGuides="1">
      <p:cViewPr varScale="1">
        <p:scale>
          <a:sx n="74" d="100"/>
          <a:sy n="74" d="100"/>
        </p:scale>
        <p:origin x="1042" y="5"/>
      </p:cViewPr>
      <p:guideLst>
        <p:guide orient="horz" pos="2160"/>
        <p:guide orient="horz" pos="1008"/>
        <p:guide orient="horz" pos="3792"/>
        <p:guide orient="horz" pos="336"/>
        <p:guide orient="horz" pos="1920"/>
        <p:guide orient="horz" pos="3984"/>
        <p:guide orient="horz" pos="1152"/>
        <p:guide pos="3839"/>
        <p:guide pos="671"/>
        <p:guide pos="7007"/>
        <p:guide pos="6143"/>
        <p:guide pos="3263"/>
        <p:guide pos="7391"/>
        <p:guide pos="3695"/>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0"/>
    </p:cViewPr>
  </p:sorterViewPr>
  <p:notesViewPr>
    <p:cSldViewPr showGuides="1">
      <p:cViewPr varScale="1">
        <p:scale>
          <a:sx n="73" d="100"/>
          <a:sy n="73" d="100"/>
        </p:scale>
        <p:origin x="2126" y="29"/>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4CE221E-83ED-4F6C-BA5F-3F9E6FDB6953}" type="datetimeFigureOut">
              <a:rPr lang="en-US"/>
              <a:t>5/18/2026</a:t>
            </a:fld>
            <a:endParaRPr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A4CBEF8-5CDE-472B-839B-B8BB0C881006}" type="slidenum">
              <a:rPr/>
              <a:t>‹#›</a:t>
            </a:fld>
            <a:endParaRPr dirty="0"/>
          </a:p>
        </p:txBody>
      </p:sp>
    </p:spTree>
    <p:extLst>
      <p:ext uri="{BB962C8B-B14F-4D97-AF65-F5344CB8AC3E}">
        <p14:creationId xmlns:p14="http://schemas.microsoft.com/office/powerpoint/2010/main" val="426328929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7853E5F-CE67-483C-A264-F17AC70E9CA2}" type="datetimeFigureOut">
              <a:rPr lang="en-US"/>
              <a:t>5/18/2026</a:t>
            </a:fld>
            <a:endParaRPr dirty="0"/>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BB98AFB-CB0D-4DFE-87B9-B4B0D0DE73CD}" type="slidenum">
              <a:rPr/>
              <a:t>‹#›</a:t>
            </a:fld>
            <a:endParaRPr dirty="0"/>
          </a:p>
        </p:txBody>
      </p:sp>
    </p:spTree>
    <p:extLst>
      <p:ext uri="{BB962C8B-B14F-4D97-AF65-F5344CB8AC3E}">
        <p14:creationId xmlns:p14="http://schemas.microsoft.com/office/powerpoint/2010/main" val="25128058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BB98AFB-CB0D-4DFE-87B9-B4B0D0DE73CD}" type="slidenum">
              <a:rPr lang="en-US" smtClean="0"/>
              <a:t>1</a:t>
            </a:fld>
            <a:endParaRPr lang="en-US" dirty="0"/>
          </a:p>
        </p:txBody>
      </p:sp>
    </p:spTree>
    <p:extLst>
      <p:ext uri="{BB962C8B-B14F-4D97-AF65-F5344CB8AC3E}">
        <p14:creationId xmlns:p14="http://schemas.microsoft.com/office/powerpoint/2010/main" val="286401476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
    <p:bg>
      <p:bgPr>
        <a:gradFill>
          <a:gsLst>
            <a:gs pos="0">
              <a:schemeClr val="accent2">
                <a:lumMod val="110000"/>
                <a:satMod val="105000"/>
                <a:tint val="67000"/>
                <a:alpha val="0"/>
              </a:schemeClr>
            </a:gs>
            <a:gs pos="100000">
              <a:schemeClr val="bg2"/>
            </a:gs>
          </a:gsLst>
          <a:lin ang="5400000" scaled="0"/>
        </a:gradFill>
        <a:effectLst/>
      </p:bgPr>
    </p:bg>
    <p:spTree>
      <p:nvGrpSpPr>
        <p:cNvPr id="1" name=""/>
        <p:cNvGrpSpPr/>
        <p:nvPr/>
      </p:nvGrpSpPr>
      <p:grpSpPr>
        <a:xfrm>
          <a:off x="0" y="0"/>
          <a:ext cx="0" cy="0"/>
          <a:chOff x="0" y="0"/>
          <a:chExt cx="0" cy="0"/>
        </a:xfrm>
      </p:grpSpPr>
      <p:pic>
        <p:nvPicPr>
          <p:cNvPr id="8" name="Picture 7" descr="A white circles on a black background&#10;&#10;Description automatically generated">
            <a:extLst>
              <a:ext uri="{FF2B5EF4-FFF2-40B4-BE49-F238E27FC236}">
                <a16:creationId xmlns:a16="http://schemas.microsoft.com/office/drawing/2014/main" id="{05185B01-840C-72E0-FF30-8EE18CFC550E}"/>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11504" r="4105" b="14441"/>
          <a:stretch/>
        </p:blipFill>
        <p:spPr>
          <a:xfrm>
            <a:off x="3275012" y="0"/>
            <a:ext cx="8913812" cy="6867457"/>
          </a:xfrm>
          <a:prstGeom prst="rect">
            <a:avLst/>
          </a:prstGeom>
        </p:spPr>
      </p:pic>
      <p:sp>
        <p:nvSpPr>
          <p:cNvPr id="2" name="Title 1"/>
          <p:cNvSpPr>
            <a:spLocks noGrp="1"/>
          </p:cNvSpPr>
          <p:nvPr>
            <p:ph type="title"/>
          </p:nvPr>
        </p:nvSpPr>
        <p:spPr>
          <a:xfrm>
            <a:off x="684212" y="1295400"/>
            <a:ext cx="10287000" cy="3886200"/>
          </a:xfrm>
        </p:spPr>
        <p:txBody>
          <a:bodyPr anchor="b">
            <a:normAutofit/>
          </a:bodyPr>
          <a:lstStyle>
            <a:lvl1pPr marL="0" indent="0" algn="l">
              <a:lnSpc>
                <a:spcPct val="100000"/>
              </a:lnSpc>
              <a:defRPr sz="6600"/>
            </a:lvl1pPr>
          </a:lstStyle>
          <a:p>
            <a:r>
              <a:rPr lang="en-US"/>
              <a:t>Click to edit Master title style</a:t>
            </a:r>
            <a:endParaRPr dirty="0"/>
          </a:p>
        </p:txBody>
      </p:sp>
      <p:sp>
        <p:nvSpPr>
          <p:cNvPr id="10" name="Text Placeholder 9">
            <a:extLst>
              <a:ext uri="{FF2B5EF4-FFF2-40B4-BE49-F238E27FC236}">
                <a16:creationId xmlns:a16="http://schemas.microsoft.com/office/drawing/2014/main" id="{695FDDB8-B25B-0452-0EE6-99D1F02803F7}"/>
              </a:ext>
            </a:extLst>
          </p:cNvPr>
          <p:cNvSpPr>
            <a:spLocks noGrp="1"/>
          </p:cNvSpPr>
          <p:nvPr>
            <p:ph type="body" sz="quarter" idx="10"/>
          </p:nvPr>
        </p:nvSpPr>
        <p:spPr>
          <a:xfrm>
            <a:off x="684212" y="5600700"/>
            <a:ext cx="10287000" cy="533400"/>
          </a:xfrm>
        </p:spPr>
        <p:txBody>
          <a:bodyPr anchor="t">
            <a:normAutofit/>
          </a:bodyPr>
          <a:lstStyle>
            <a:lvl1pPr marL="45720" indent="0" algn="l">
              <a:buNone/>
              <a:defRPr sz="2400"/>
            </a:lvl1pPr>
          </a:lstStyle>
          <a:p>
            <a:pPr lvl="0"/>
            <a:r>
              <a:rPr lang="en-US"/>
              <a:t>Click to edit Master text styles</a:t>
            </a:r>
          </a:p>
        </p:txBody>
      </p:sp>
      <p:sp>
        <p:nvSpPr>
          <p:cNvPr id="3" name="Cross 2">
            <a:extLst>
              <a:ext uri="{FF2B5EF4-FFF2-40B4-BE49-F238E27FC236}">
                <a16:creationId xmlns:a16="http://schemas.microsoft.com/office/drawing/2014/main" id="{29F0C076-A364-A8D3-F322-AC2A18341617}"/>
              </a:ext>
            </a:extLst>
          </p:cNvPr>
          <p:cNvSpPr/>
          <p:nvPr userDrawn="1"/>
        </p:nvSpPr>
        <p:spPr>
          <a:xfrm>
            <a:off x="10975566" y="4987103"/>
            <a:ext cx="685800" cy="685800"/>
          </a:xfrm>
          <a:prstGeom prst="plus">
            <a:avLst>
              <a:gd name="adj" fmla="val 39796"/>
            </a:avLst>
          </a:prstGeom>
          <a:gradFill>
            <a:gsLst>
              <a:gs pos="0">
                <a:schemeClr val="bg1">
                  <a:alpha val="0"/>
                </a:schemeClr>
              </a:gs>
              <a:gs pos="100000">
                <a:schemeClr val="bg1"/>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4" name="Cross 3">
            <a:extLst>
              <a:ext uri="{FF2B5EF4-FFF2-40B4-BE49-F238E27FC236}">
                <a16:creationId xmlns:a16="http://schemas.microsoft.com/office/drawing/2014/main" id="{921F5FF9-DFA3-CF00-B31A-21C261392B15}"/>
              </a:ext>
            </a:extLst>
          </p:cNvPr>
          <p:cNvSpPr/>
          <p:nvPr userDrawn="1"/>
        </p:nvSpPr>
        <p:spPr>
          <a:xfrm>
            <a:off x="10118724" y="3581400"/>
            <a:ext cx="685800" cy="685800"/>
          </a:xfrm>
          <a:prstGeom prst="plus">
            <a:avLst>
              <a:gd name="adj" fmla="val 39796"/>
            </a:avLst>
          </a:prstGeom>
          <a:gradFill>
            <a:gsLst>
              <a:gs pos="0">
                <a:schemeClr val="bg1">
                  <a:alpha val="0"/>
                </a:schemeClr>
              </a:gs>
              <a:gs pos="100000">
                <a:schemeClr val="bg1"/>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Tree>
    <p:extLst>
      <p:ext uri="{BB962C8B-B14F-4D97-AF65-F5344CB8AC3E}">
        <p14:creationId xmlns:p14="http://schemas.microsoft.com/office/powerpoint/2010/main" val="8302412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67777CD-9A1F-DEEA-2595-9E892C952556}"/>
              </a:ext>
            </a:extLst>
          </p:cNvPr>
          <p:cNvSpPr/>
          <p:nvPr userDrawn="1"/>
        </p:nvSpPr>
        <p:spPr>
          <a:xfrm>
            <a:off x="-1" y="0"/>
            <a:ext cx="12188825" cy="6858000"/>
          </a:xfrm>
          <a:prstGeom prst="rect">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13" name="Freeform: Shape 12">
            <a:extLst>
              <a:ext uri="{FF2B5EF4-FFF2-40B4-BE49-F238E27FC236}">
                <a16:creationId xmlns:a16="http://schemas.microsoft.com/office/drawing/2014/main" id="{DF4D3028-A414-148B-F10C-466ED585BCD9}"/>
              </a:ext>
            </a:extLst>
          </p:cNvPr>
          <p:cNvSpPr/>
          <p:nvPr userDrawn="1"/>
        </p:nvSpPr>
        <p:spPr>
          <a:xfrm>
            <a:off x="-1" y="1586"/>
            <a:ext cx="3428208" cy="6856414"/>
          </a:xfrm>
          <a:custGeom>
            <a:avLst/>
            <a:gdLst>
              <a:gd name="connsiteX0" fmla="*/ 1 w 3428208"/>
              <a:gd name="connsiteY0" fmla="*/ 0 h 6856414"/>
              <a:gd name="connsiteX1" fmla="*/ 3428208 w 3428208"/>
              <a:gd name="connsiteY1" fmla="*/ 3428207 h 6856414"/>
              <a:gd name="connsiteX2" fmla="*/ 1 w 3428208"/>
              <a:gd name="connsiteY2" fmla="*/ 6856414 h 6856414"/>
              <a:gd name="connsiteX3" fmla="*/ 0 w 3428208"/>
              <a:gd name="connsiteY3" fmla="*/ 6856414 h 6856414"/>
              <a:gd name="connsiteX4" fmla="*/ 0 w 3428208"/>
              <a:gd name="connsiteY4" fmla="*/ 0 h 6856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8208" h="6856414">
                <a:moveTo>
                  <a:pt x="1" y="0"/>
                </a:moveTo>
                <a:cubicBezTo>
                  <a:pt x="1893347" y="0"/>
                  <a:pt x="3428208" y="1534861"/>
                  <a:pt x="3428208" y="3428207"/>
                </a:cubicBezTo>
                <a:cubicBezTo>
                  <a:pt x="3428208" y="5321553"/>
                  <a:pt x="1893347" y="6856414"/>
                  <a:pt x="1" y="6856414"/>
                </a:cubicBezTo>
                <a:lnTo>
                  <a:pt x="0" y="6856414"/>
                </a:lnTo>
                <a:lnTo>
                  <a:pt x="0" y="0"/>
                </a:lnTo>
                <a:close/>
              </a:path>
            </a:pathLst>
          </a:custGeom>
          <a:gradFill>
            <a:gsLst>
              <a:gs pos="0">
                <a:schemeClr val="bg1"/>
              </a:gs>
              <a:gs pos="100000">
                <a:schemeClr val="bg1">
                  <a:alpha val="0"/>
                </a:schemeClr>
              </a:gs>
            </a:gsLst>
          </a:gradFill>
          <a:ln>
            <a:noFill/>
          </a:ln>
        </p:spPr>
        <p:style>
          <a:lnRef idx="1">
            <a:schemeClr val="accent2"/>
          </a:lnRef>
          <a:fillRef idx="2">
            <a:schemeClr val="accent2"/>
          </a:fillRef>
          <a:effectRef idx="1">
            <a:schemeClr val="accent2"/>
          </a:effectRef>
          <a:fontRef idx="minor">
            <a:schemeClr val="dk1"/>
          </a:fontRef>
        </p:style>
        <p:txBody>
          <a:bodyPr wrap="square" rtlCol="0" anchor="ctr">
            <a:noAutofit/>
          </a:bodyPr>
          <a:lstStyle/>
          <a:p>
            <a:pPr algn="ctr"/>
            <a:endParaRPr lang="en-US" dirty="0"/>
          </a:p>
        </p:txBody>
      </p:sp>
      <p:sp>
        <p:nvSpPr>
          <p:cNvPr id="9" name="Title 1">
            <a:extLst>
              <a:ext uri="{FF2B5EF4-FFF2-40B4-BE49-F238E27FC236}">
                <a16:creationId xmlns:a16="http://schemas.microsoft.com/office/drawing/2014/main" id="{0EB111F7-2027-1E41-1C02-BA5AA37EA221}"/>
              </a:ext>
            </a:extLst>
          </p:cNvPr>
          <p:cNvSpPr>
            <a:spLocks noGrp="1"/>
          </p:cNvSpPr>
          <p:nvPr>
            <p:ph type="title"/>
          </p:nvPr>
        </p:nvSpPr>
        <p:spPr>
          <a:xfrm>
            <a:off x="989012" y="723900"/>
            <a:ext cx="4114800" cy="5295900"/>
          </a:xfrm>
        </p:spPr>
        <p:txBody>
          <a:bodyPr anchor="ctr">
            <a:normAutofit/>
          </a:bodyPr>
          <a:lstStyle>
            <a:lvl1pPr algn="r">
              <a:lnSpc>
                <a:spcPct val="100000"/>
              </a:lnSpc>
              <a:defRPr sz="4800" b="1" kern="1200" dirty="0">
                <a:solidFill>
                  <a:schemeClr val="tx1">
                    <a:lumMod val="85000"/>
                    <a:lumOff val="15000"/>
                  </a:schemeClr>
                </a:solidFill>
                <a:latin typeface="+mj-lt"/>
                <a:ea typeface="+mj-ea"/>
                <a:cs typeface="+mj-cs"/>
              </a:defRPr>
            </a:lvl1pPr>
          </a:lstStyle>
          <a:p>
            <a:r>
              <a:rPr lang="en-US"/>
              <a:t>Click to edit Master title style</a:t>
            </a:r>
            <a:endParaRPr dirty="0"/>
          </a:p>
        </p:txBody>
      </p:sp>
      <p:sp>
        <p:nvSpPr>
          <p:cNvPr id="3" name="Content Placeholder 2"/>
          <p:cNvSpPr>
            <a:spLocks noGrp="1"/>
          </p:cNvSpPr>
          <p:nvPr>
            <p:ph idx="1"/>
          </p:nvPr>
        </p:nvSpPr>
        <p:spPr>
          <a:xfrm>
            <a:off x="6932612" y="1981200"/>
            <a:ext cx="4114800" cy="2854781"/>
          </a:xfrm>
        </p:spPr>
        <p:txBody>
          <a:bodyPr anchor="ctr"/>
          <a:lstStyle>
            <a:lvl1pPr marL="45720" indent="0">
              <a:buNone/>
              <a:defRPr>
                <a:solidFill>
                  <a:schemeClr val="tx1">
                    <a:lumMod val="85000"/>
                    <a:lumOff val="15000"/>
                  </a:schemeClr>
                </a:solidFill>
              </a:defRPr>
            </a:lvl1pPr>
            <a:lvl2pPr marL="365760" indent="0">
              <a:buNone/>
              <a:defRPr>
                <a:solidFill>
                  <a:schemeClr val="tx1">
                    <a:lumMod val="85000"/>
                    <a:lumOff val="15000"/>
                  </a:schemeClr>
                </a:solidFill>
              </a:defRPr>
            </a:lvl2pPr>
            <a:lvl3pPr marL="594360" indent="0">
              <a:buNone/>
              <a:defRPr>
                <a:solidFill>
                  <a:schemeClr val="tx1">
                    <a:lumMod val="85000"/>
                    <a:lumOff val="15000"/>
                  </a:schemeClr>
                </a:solidFill>
              </a:defRPr>
            </a:lvl3pPr>
            <a:lvl4pPr marL="777240" indent="0">
              <a:buNone/>
              <a:defRPr>
                <a:solidFill>
                  <a:schemeClr val="tx1">
                    <a:lumMod val="85000"/>
                    <a:lumOff val="15000"/>
                  </a:schemeClr>
                </a:solidFill>
              </a:defRPr>
            </a:lvl4pPr>
            <a:lvl5pPr marL="960120" indent="0">
              <a:buNone/>
              <a:defRPr>
                <a:solidFill>
                  <a:schemeClr val="tx1">
                    <a:lumMod val="85000"/>
                    <a:lumOff val="1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4" name="Cross 13">
            <a:extLst>
              <a:ext uri="{FF2B5EF4-FFF2-40B4-BE49-F238E27FC236}">
                <a16:creationId xmlns:a16="http://schemas.microsoft.com/office/drawing/2014/main" id="{02A1E7CF-4DB4-D31C-D6AA-D368DA17CD5F}"/>
              </a:ext>
            </a:extLst>
          </p:cNvPr>
          <p:cNvSpPr/>
          <p:nvPr userDrawn="1"/>
        </p:nvSpPr>
        <p:spPr>
          <a:xfrm>
            <a:off x="4837509" y="914400"/>
            <a:ext cx="685800" cy="685800"/>
          </a:xfrm>
          <a:prstGeom prst="plus">
            <a:avLst>
              <a:gd name="adj" fmla="val 39796"/>
            </a:avLst>
          </a:prstGeom>
          <a:gradFill>
            <a:gsLst>
              <a:gs pos="0">
                <a:schemeClr val="bg1">
                  <a:alpha val="0"/>
                </a:schemeClr>
              </a:gs>
              <a:gs pos="100000">
                <a:schemeClr val="bg1"/>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15" name="Cross 14">
            <a:extLst>
              <a:ext uri="{FF2B5EF4-FFF2-40B4-BE49-F238E27FC236}">
                <a16:creationId xmlns:a16="http://schemas.microsoft.com/office/drawing/2014/main" id="{E47E8503-C2AB-07F1-FD1F-A529E414E168}"/>
              </a:ext>
            </a:extLst>
          </p:cNvPr>
          <p:cNvSpPr/>
          <p:nvPr userDrawn="1"/>
        </p:nvSpPr>
        <p:spPr>
          <a:xfrm>
            <a:off x="3085307" y="5695950"/>
            <a:ext cx="685800" cy="685800"/>
          </a:xfrm>
          <a:prstGeom prst="plus">
            <a:avLst>
              <a:gd name="adj" fmla="val 39796"/>
            </a:avLst>
          </a:prstGeom>
          <a:gradFill>
            <a:gsLst>
              <a:gs pos="0">
                <a:schemeClr val="bg1">
                  <a:alpha val="0"/>
                </a:schemeClr>
              </a:gs>
              <a:gs pos="100000">
                <a:schemeClr val="bg1"/>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2" name="Left Brace 1">
            <a:extLst>
              <a:ext uri="{FF2B5EF4-FFF2-40B4-BE49-F238E27FC236}">
                <a16:creationId xmlns:a16="http://schemas.microsoft.com/office/drawing/2014/main" id="{8020F553-E264-0059-F1EB-47039048DC67}"/>
              </a:ext>
            </a:extLst>
          </p:cNvPr>
          <p:cNvSpPr/>
          <p:nvPr userDrawn="1"/>
        </p:nvSpPr>
        <p:spPr>
          <a:xfrm>
            <a:off x="5561012" y="2022021"/>
            <a:ext cx="838200" cy="2813960"/>
          </a:xfrm>
          <a:prstGeom prst="leftBrace">
            <a:avLst>
              <a:gd name="adj1" fmla="val 34932"/>
              <a:gd name="adj2" fmla="val 50000"/>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Tree>
    <p:extLst>
      <p:ext uri="{BB962C8B-B14F-4D97-AF65-F5344CB8AC3E}">
        <p14:creationId xmlns:p14="http://schemas.microsoft.com/office/powerpoint/2010/main" val="1488984350"/>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ing with Phone image">
    <p:bg>
      <p:bgRef idx="1001">
        <a:schemeClr val="bg1"/>
      </p:bgRef>
    </p:bg>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45C0889D-74A2-974C-BB02-FA1F7BE369E2}"/>
              </a:ext>
            </a:extLst>
          </p:cNvPr>
          <p:cNvSpPr/>
          <p:nvPr userDrawn="1"/>
        </p:nvSpPr>
        <p:spPr>
          <a:xfrm>
            <a:off x="6704012" y="1148418"/>
            <a:ext cx="4561165" cy="4561165"/>
          </a:xfrm>
          <a:prstGeom prst="ellipse">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pic>
        <p:nvPicPr>
          <p:cNvPr id="8" name="Graphic 7">
            <a:extLst>
              <a:ext uri="{FF2B5EF4-FFF2-40B4-BE49-F238E27FC236}">
                <a16:creationId xmlns:a16="http://schemas.microsoft.com/office/drawing/2014/main" id="{2DAE856D-3749-4D3B-9F33-A46528589FE5}"/>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432079" y="598170"/>
            <a:ext cx="3096221" cy="5661660"/>
          </a:xfrm>
          <a:prstGeom prst="rect">
            <a:avLst/>
          </a:prstGeom>
        </p:spPr>
      </p:pic>
      <p:sp>
        <p:nvSpPr>
          <p:cNvPr id="9" name="Cross 8">
            <a:extLst>
              <a:ext uri="{FF2B5EF4-FFF2-40B4-BE49-F238E27FC236}">
                <a16:creationId xmlns:a16="http://schemas.microsoft.com/office/drawing/2014/main" id="{7A96460A-640C-6025-AAB5-344AB2A405D1}"/>
              </a:ext>
            </a:extLst>
          </p:cNvPr>
          <p:cNvSpPr/>
          <p:nvPr userDrawn="1"/>
        </p:nvSpPr>
        <p:spPr>
          <a:xfrm>
            <a:off x="10818812" y="5353077"/>
            <a:ext cx="685800" cy="685800"/>
          </a:xfrm>
          <a:prstGeom prst="plus">
            <a:avLst>
              <a:gd name="adj" fmla="val 39796"/>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lvl="0" algn="ctr"/>
            <a:endParaRPr lang="en-US" dirty="0"/>
          </a:p>
        </p:txBody>
      </p:sp>
      <p:sp>
        <p:nvSpPr>
          <p:cNvPr id="11" name="Cross 10">
            <a:extLst>
              <a:ext uri="{FF2B5EF4-FFF2-40B4-BE49-F238E27FC236}">
                <a16:creationId xmlns:a16="http://schemas.microsoft.com/office/drawing/2014/main" id="{471314FF-EA0B-8DDE-B558-885A876FB0D5}"/>
              </a:ext>
            </a:extLst>
          </p:cNvPr>
          <p:cNvSpPr/>
          <p:nvPr userDrawn="1"/>
        </p:nvSpPr>
        <p:spPr>
          <a:xfrm>
            <a:off x="6335910" y="805517"/>
            <a:ext cx="685800" cy="685800"/>
          </a:xfrm>
          <a:prstGeom prst="plus">
            <a:avLst>
              <a:gd name="adj" fmla="val 39796"/>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lvl="0" algn="ctr"/>
            <a:endParaRPr lang="en-US" dirty="0"/>
          </a:p>
        </p:txBody>
      </p:sp>
      <p:sp>
        <p:nvSpPr>
          <p:cNvPr id="2" name="Title 1">
            <a:extLst>
              <a:ext uri="{FF2B5EF4-FFF2-40B4-BE49-F238E27FC236}">
                <a16:creationId xmlns:a16="http://schemas.microsoft.com/office/drawing/2014/main" id="{E894761B-B29B-1C47-FAE9-6E0FA1543EC6}"/>
              </a:ext>
            </a:extLst>
          </p:cNvPr>
          <p:cNvSpPr>
            <a:spLocks noGrp="1"/>
          </p:cNvSpPr>
          <p:nvPr>
            <p:ph type="title"/>
          </p:nvPr>
        </p:nvSpPr>
        <p:spPr>
          <a:xfrm>
            <a:off x="608012" y="685800"/>
            <a:ext cx="6372818" cy="4038600"/>
          </a:xfrm>
        </p:spPr>
        <p:txBody>
          <a:bodyPr anchor="b">
            <a:normAutofit/>
          </a:bodyPr>
          <a:lstStyle>
            <a:lvl1pPr marL="0" indent="0" algn="l">
              <a:lnSpc>
                <a:spcPct val="100000"/>
              </a:lnSpc>
              <a:defRPr sz="4800"/>
            </a:lvl1pPr>
          </a:lstStyle>
          <a:p>
            <a:r>
              <a:rPr lang="en-US"/>
              <a:t>Click to edit Master title style</a:t>
            </a:r>
            <a:endParaRPr dirty="0"/>
          </a:p>
        </p:txBody>
      </p:sp>
      <p:sp>
        <p:nvSpPr>
          <p:cNvPr id="5" name="Text Placeholder 9">
            <a:extLst>
              <a:ext uri="{FF2B5EF4-FFF2-40B4-BE49-F238E27FC236}">
                <a16:creationId xmlns:a16="http://schemas.microsoft.com/office/drawing/2014/main" id="{EEFF6782-6ABD-DEB0-6FD1-1263A5469A24}"/>
              </a:ext>
            </a:extLst>
          </p:cNvPr>
          <p:cNvSpPr>
            <a:spLocks noGrp="1"/>
          </p:cNvSpPr>
          <p:nvPr>
            <p:ph type="body" sz="quarter" idx="10"/>
          </p:nvPr>
        </p:nvSpPr>
        <p:spPr>
          <a:xfrm>
            <a:off x="608012" y="4876800"/>
            <a:ext cx="6372817" cy="1104898"/>
          </a:xfrm>
        </p:spPr>
        <p:txBody>
          <a:bodyPr anchor="t">
            <a:normAutofit/>
          </a:bodyPr>
          <a:lstStyle>
            <a:lvl1pPr marL="45720" indent="0" algn="l">
              <a:buNone/>
              <a:defRPr sz="2000"/>
            </a:lvl1pPr>
          </a:lstStyle>
          <a:p>
            <a:pPr lvl="0"/>
            <a:r>
              <a:rPr lang="en-US"/>
              <a:t>Click to edit Master text styles</a:t>
            </a:r>
          </a:p>
        </p:txBody>
      </p:sp>
      <p:sp>
        <p:nvSpPr>
          <p:cNvPr id="16" name="Picture Placeholder 15">
            <a:extLst>
              <a:ext uri="{FF2B5EF4-FFF2-40B4-BE49-F238E27FC236}">
                <a16:creationId xmlns:a16="http://schemas.microsoft.com/office/drawing/2014/main" id="{5BA3F629-2405-DC90-C212-6F3D52B95D9B}"/>
              </a:ext>
            </a:extLst>
          </p:cNvPr>
          <p:cNvSpPr>
            <a:spLocks noGrp="1"/>
          </p:cNvSpPr>
          <p:nvPr>
            <p:ph type="pic" sz="quarter" idx="15"/>
          </p:nvPr>
        </p:nvSpPr>
        <p:spPr>
          <a:xfrm>
            <a:off x="7765046" y="883471"/>
            <a:ext cx="2439096" cy="5091059"/>
          </a:xfrm>
          <a:custGeom>
            <a:avLst/>
            <a:gdLst>
              <a:gd name="connsiteX0" fmla="*/ 340815 w 2439096"/>
              <a:gd name="connsiteY0" fmla="*/ 0 h 5091059"/>
              <a:gd name="connsiteX1" fmla="*/ 2098281 w 2439096"/>
              <a:gd name="connsiteY1" fmla="*/ 0 h 5091059"/>
              <a:gd name="connsiteX2" fmla="*/ 2439096 w 2439096"/>
              <a:gd name="connsiteY2" fmla="*/ 340815 h 5091059"/>
              <a:gd name="connsiteX3" fmla="*/ 2439096 w 2439096"/>
              <a:gd name="connsiteY3" fmla="*/ 495300 h 5091059"/>
              <a:gd name="connsiteX4" fmla="*/ 2439096 w 2439096"/>
              <a:gd name="connsiteY4" fmla="*/ 4750244 h 5091059"/>
              <a:gd name="connsiteX5" fmla="*/ 2098281 w 2439096"/>
              <a:gd name="connsiteY5" fmla="*/ 5091059 h 5091059"/>
              <a:gd name="connsiteX6" fmla="*/ 340815 w 2439096"/>
              <a:gd name="connsiteY6" fmla="*/ 5091059 h 5091059"/>
              <a:gd name="connsiteX7" fmla="*/ 0 w 2439096"/>
              <a:gd name="connsiteY7" fmla="*/ 4750244 h 5091059"/>
              <a:gd name="connsiteX8" fmla="*/ 0 w 2439096"/>
              <a:gd name="connsiteY8" fmla="*/ 495300 h 5091059"/>
              <a:gd name="connsiteX9" fmla="*/ 0 w 2439096"/>
              <a:gd name="connsiteY9" fmla="*/ 340815 h 5091059"/>
              <a:gd name="connsiteX10" fmla="*/ 340815 w 2439096"/>
              <a:gd name="connsiteY10" fmla="*/ 0 h 5091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39096" h="5091059">
                <a:moveTo>
                  <a:pt x="340815" y="0"/>
                </a:moveTo>
                <a:lnTo>
                  <a:pt x="2098281" y="0"/>
                </a:lnTo>
                <a:cubicBezTo>
                  <a:pt x="2286508" y="0"/>
                  <a:pt x="2439096" y="152588"/>
                  <a:pt x="2439096" y="340815"/>
                </a:cubicBezTo>
                <a:lnTo>
                  <a:pt x="2439096" y="495300"/>
                </a:lnTo>
                <a:lnTo>
                  <a:pt x="2439096" y="4750244"/>
                </a:lnTo>
                <a:cubicBezTo>
                  <a:pt x="2439096" y="4938471"/>
                  <a:pt x="2286508" y="5091059"/>
                  <a:pt x="2098281" y="5091059"/>
                </a:cubicBezTo>
                <a:lnTo>
                  <a:pt x="340815" y="5091059"/>
                </a:lnTo>
                <a:cubicBezTo>
                  <a:pt x="152588" y="5091059"/>
                  <a:pt x="0" y="4938471"/>
                  <a:pt x="0" y="4750244"/>
                </a:cubicBezTo>
                <a:lnTo>
                  <a:pt x="0" y="495300"/>
                </a:lnTo>
                <a:lnTo>
                  <a:pt x="0" y="340815"/>
                </a:lnTo>
                <a:cubicBezTo>
                  <a:pt x="0" y="152588"/>
                  <a:pt x="152588" y="0"/>
                  <a:pt x="340815" y="0"/>
                </a:cubicBezTo>
                <a:close/>
              </a:path>
            </a:pathLst>
          </a:custGeom>
        </p:spPr>
        <p:txBody>
          <a:bodyPr wrap="square">
            <a:noAutofit/>
          </a:bodyPr>
          <a:lstStyle>
            <a:lvl1pPr marL="45720" indent="0">
              <a:buNone/>
              <a:defRPr>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1850473738"/>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 Subtitle ">
    <p:spTree>
      <p:nvGrpSpPr>
        <p:cNvPr id="1" name=""/>
        <p:cNvGrpSpPr/>
        <p:nvPr/>
      </p:nvGrpSpPr>
      <p:grpSpPr>
        <a:xfrm>
          <a:off x="0" y="0"/>
          <a:ext cx="0" cy="0"/>
          <a:chOff x="0" y="0"/>
          <a:chExt cx="0" cy="0"/>
        </a:xfrm>
      </p:grpSpPr>
      <p:sp>
        <p:nvSpPr>
          <p:cNvPr id="5" name="Oval 4">
            <a:extLst>
              <a:ext uri="{FF2B5EF4-FFF2-40B4-BE49-F238E27FC236}">
                <a16:creationId xmlns:a16="http://schemas.microsoft.com/office/drawing/2014/main" id="{1C3968AF-EB74-3889-A3BA-E759CFD47B12}"/>
              </a:ext>
            </a:extLst>
          </p:cNvPr>
          <p:cNvSpPr/>
          <p:nvPr userDrawn="1"/>
        </p:nvSpPr>
        <p:spPr>
          <a:xfrm>
            <a:off x="3275012" y="609600"/>
            <a:ext cx="5638800" cy="5638800"/>
          </a:xfrm>
          <a:prstGeom prst="ellipse">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8" name="Left Brace 7">
            <a:extLst>
              <a:ext uri="{FF2B5EF4-FFF2-40B4-BE49-F238E27FC236}">
                <a16:creationId xmlns:a16="http://schemas.microsoft.com/office/drawing/2014/main" id="{6A409372-199C-2F3B-65CD-ADC2E45B43B7}"/>
              </a:ext>
            </a:extLst>
          </p:cNvPr>
          <p:cNvSpPr/>
          <p:nvPr userDrawn="1"/>
        </p:nvSpPr>
        <p:spPr>
          <a:xfrm>
            <a:off x="5561012" y="2022021"/>
            <a:ext cx="838200" cy="2813960"/>
          </a:xfrm>
          <a:prstGeom prst="leftBrace">
            <a:avLst>
              <a:gd name="adj1" fmla="val 34932"/>
              <a:gd name="adj2" fmla="val 50000"/>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2" name="Title 1">
            <a:extLst>
              <a:ext uri="{FF2B5EF4-FFF2-40B4-BE49-F238E27FC236}">
                <a16:creationId xmlns:a16="http://schemas.microsoft.com/office/drawing/2014/main" id="{266838CB-A9BC-715A-18FE-06CCE4A9CAFC}"/>
              </a:ext>
            </a:extLst>
          </p:cNvPr>
          <p:cNvSpPr>
            <a:spLocks noGrp="1"/>
          </p:cNvSpPr>
          <p:nvPr>
            <p:ph type="title"/>
          </p:nvPr>
        </p:nvSpPr>
        <p:spPr>
          <a:xfrm>
            <a:off x="531812" y="495300"/>
            <a:ext cx="4572000" cy="5867400"/>
          </a:xfrm>
        </p:spPr>
        <p:txBody>
          <a:bodyPr anchor="ctr">
            <a:normAutofit/>
          </a:bodyPr>
          <a:lstStyle>
            <a:lvl1pPr marL="0" indent="0" algn="r">
              <a:lnSpc>
                <a:spcPct val="110000"/>
              </a:lnSpc>
              <a:defRPr sz="4800"/>
            </a:lvl1pPr>
          </a:lstStyle>
          <a:p>
            <a:r>
              <a:rPr lang="en-US"/>
              <a:t>Click to edit Master title style</a:t>
            </a:r>
            <a:endParaRPr dirty="0"/>
          </a:p>
        </p:txBody>
      </p:sp>
      <p:sp>
        <p:nvSpPr>
          <p:cNvPr id="3" name="Text Placeholder 10">
            <a:extLst>
              <a:ext uri="{FF2B5EF4-FFF2-40B4-BE49-F238E27FC236}">
                <a16:creationId xmlns:a16="http://schemas.microsoft.com/office/drawing/2014/main" id="{454B8043-D1DD-E2EA-772B-D8D38CD37D14}"/>
              </a:ext>
            </a:extLst>
          </p:cNvPr>
          <p:cNvSpPr>
            <a:spLocks noGrp="1"/>
          </p:cNvSpPr>
          <p:nvPr>
            <p:ph type="body" sz="quarter" idx="14"/>
          </p:nvPr>
        </p:nvSpPr>
        <p:spPr>
          <a:xfrm>
            <a:off x="6768305" y="2022021"/>
            <a:ext cx="4443413" cy="2813960"/>
          </a:xfrm>
        </p:spPr>
        <p:txBody>
          <a:bodyPr anchor="ctr">
            <a:normAutofit/>
          </a:bodyPr>
          <a:lstStyle>
            <a:lvl1pPr marL="45720" indent="0" algn="l" defTabSz="914400" rtl="0" eaLnBrk="1" latinLnBrk="0" hangingPunct="1">
              <a:lnSpc>
                <a:spcPct val="110000"/>
              </a:lnSpc>
              <a:spcBef>
                <a:spcPts val="1800"/>
              </a:spcBef>
              <a:buClr>
                <a:schemeClr val="tx1">
                  <a:lumMod val="65000"/>
                  <a:lumOff val="35000"/>
                </a:schemeClr>
              </a:buClr>
              <a:buSzPct val="80000"/>
              <a:buFont typeface="Arial" pitchFamily="34" charset="0"/>
              <a:buNone/>
              <a:defRPr lang="en-US" sz="2000" kern="1200" spc="30" dirty="0" smtClean="0">
                <a:solidFill>
                  <a:schemeClr val="tx1">
                    <a:lumMod val="85000"/>
                    <a:lumOff val="15000"/>
                  </a:schemeClr>
                </a:solidFill>
                <a:latin typeface="+mn-lt"/>
                <a:ea typeface="+mn-ea"/>
                <a:cs typeface="+mn-cs"/>
              </a:defRPr>
            </a:lvl1pPr>
            <a:lvl2pPr marL="274320" indent="-228600" algn="l" defTabSz="914400" rtl="0" eaLnBrk="1" latinLnBrk="0" hangingPunct="1">
              <a:lnSpc>
                <a:spcPct val="110000"/>
              </a:lnSpc>
              <a:spcBef>
                <a:spcPts val="1800"/>
              </a:spcBef>
              <a:buClr>
                <a:schemeClr val="tx1">
                  <a:lumMod val="65000"/>
                  <a:lumOff val="35000"/>
                </a:schemeClr>
              </a:buClr>
              <a:buSzPct val="80000"/>
              <a:buFont typeface="Arial" panose="020B0604020202020204" pitchFamily="34" charset="0"/>
              <a:buChar char="•"/>
              <a:defRPr lang="en-US" sz="2000" kern="1200" spc="30" dirty="0" smtClean="0">
                <a:solidFill>
                  <a:schemeClr val="tx1">
                    <a:lumMod val="85000"/>
                    <a:lumOff val="15000"/>
                  </a:schemeClr>
                </a:solidFill>
                <a:latin typeface="+mn-lt"/>
                <a:ea typeface="+mn-ea"/>
                <a:cs typeface="+mn-cs"/>
              </a:defRPr>
            </a:lvl2pPr>
            <a:lvl3pPr marL="594360" indent="-228600" algn="l" defTabSz="914400" rtl="0" eaLnBrk="1" latinLnBrk="0" hangingPunct="1">
              <a:lnSpc>
                <a:spcPct val="110000"/>
              </a:lnSpc>
              <a:spcBef>
                <a:spcPts val="1800"/>
              </a:spcBef>
              <a:buClr>
                <a:schemeClr val="tx1">
                  <a:lumMod val="65000"/>
                  <a:lumOff val="35000"/>
                </a:schemeClr>
              </a:buClr>
              <a:buSzPct val="80000"/>
              <a:buFont typeface="Arial" panose="020B0604020202020204" pitchFamily="34" charset="0"/>
              <a:buChar char="•"/>
              <a:defRPr lang="en-US" sz="2000" kern="1200" spc="30" dirty="0" smtClean="0">
                <a:solidFill>
                  <a:schemeClr val="tx1">
                    <a:lumMod val="85000"/>
                    <a:lumOff val="15000"/>
                  </a:schemeClr>
                </a:solidFill>
                <a:latin typeface="+mn-lt"/>
                <a:ea typeface="+mn-ea"/>
                <a:cs typeface="+mn-cs"/>
              </a:defRPr>
            </a:lvl3pPr>
            <a:lvl4pPr marL="777240" indent="-228600" algn="l" defTabSz="914400" rtl="0" eaLnBrk="1" latinLnBrk="0" hangingPunct="1">
              <a:lnSpc>
                <a:spcPct val="110000"/>
              </a:lnSpc>
              <a:spcBef>
                <a:spcPts val="1800"/>
              </a:spcBef>
              <a:buClr>
                <a:schemeClr val="tx1">
                  <a:lumMod val="65000"/>
                  <a:lumOff val="35000"/>
                </a:schemeClr>
              </a:buClr>
              <a:buSzPct val="80000"/>
              <a:buFont typeface="Arial" panose="020B0604020202020204" pitchFamily="34" charset="0"/>
              <a:buChar char="•"/>
              <a:defRPr lang="en-US" sz="2000" kern="1200" spc="30" dirty="0" smtClean="0">
                <a:solidFill>
                  <a:schemeClr val="tx1">
                    <a:lumMod val="85000"/>
                    <a:lumOff val="15000"/>
                  </a:schemeClr>
                </a:solidFill>
                <a:latin typeface="+mn-lt"/>
                <a:ea typeface="+mn-ea"/>
                <a:cs typeface="+mn-cs"/>
              </a:defRPr>
            </a:lvl4pPr>
            <a:lvl5pPr marL="960120" indent="-228600" algn="l" defTabSz="914400" rtl="0" eaLnBrk="1" latinLnBrk="0" hangingPunct="1">
              <a:lnSpc>
                <a:spcPct val="110000"/>
              </a:lnSpc>
              <a:spcBef>
                <a:spcPts val="1800"/>
              </a:spcBef>
              <a:buClr>
                <a:schemeClr val="tx1">
                  <a:lumMod val="65000"/>
                  <a:lumOff val="35000"/>
                </a:schemeClr>
              </a:buClr>
              <a:buSzPct val="80000"/>
              <a:buFont typeface="Arial" panose="020B0604020202020204" pitchFamily="34" charset="0"/>
              <a:buChar char="•"/>
              <a:defRPr lang="en-US" sz="2000" kern="1200" spc="30" dirty="0">
                <a:solidFill>
                  <a:schemeClr val="tx1">
                    <a:lumMod val="85000"/>
                    <a:lumOff val="15000"/>
                  </a:schemeClr>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4324224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F4264E2-719A-1CB0-CD0C-B90AD51C2384}"/>
              </a:ext>
            </a:extLst>
          </p:cNvPr>
          <p:cNvSpPr/>
          <p:nvPr userDrawn="1"/>
        </p:nvSpPr>
        <p:spPr>
          <a:xfrm>
            <a:off x="0" y="0"/>
            <a:ext cx="760412" cy="6858000"/>
          </a:xfrm>
          <a:prstGeom prst="rect">
            <a:avLst/>
          </a:prstGeom>
          <a:solidFill>
            <a:schemeClr val="bg1"/>
          </a:solidFill>
          <a:ln>
            <a:noFill/>
          </a:ln>
          <a:effectLst>
            <a:outerShdw blurRad="127000" sx="102000" sy="102000" algn="ctr" rotWithShape="0">
              <a:prstClr val="black">
                <a:alpha val="10000"/>
              </a:prstClr>
            </a:outerShdw>
          </a:effectLst>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9" name="Cross 8">
            <a:extLst>
              <a:ext uri="{FF2B5EF4-FFF2-40B4-BE49-F238E27FC236}">
                <a16:creationId xmlns:a16="http://schemas.microsoft.com/office/drawing/2014/main" id="{7A96460A-640C-6025-AAB5-344AB2A405D1}"/>
              </a:ext>
            </a:extLst>
          </p:cNvPr>
          <p:cNvSpPr/>
          <p:nvPr userDrawn="1"/>
        </p:nvSpPr>
        <p:spPr>
          <a:xfrm>
            <a:off x="8151812" y="5670550"/>
            <a:ext cx="685800" cy="685800"/>
          </a:xfrm>
          <a:prstGeom prst="plus">
            <a:avLst>
              <a:gd name="adj" fmla="val 39796"/>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lvl="0" algn="ctr"/>
            <a:endParaRPr lang="en-US" dirty="0"/>
          </a:p>
        </p:txBody>
      </p:sp>
      <p:sp>
        <p:nvSpPr>
          <p:cNvPr id="13" name="Title 1">
            <a:extLst>
              <a:ext uri="{FF2B5EF4-FFF2-40B4-BE49-F238E27FC236}">
                <a16:creationId xmlns:a16="http://schemas.microsoft.com/office/drawing/2014/main" id="{FC60D2C4-E19C-088F-24AA-92F4628799CB}"/>
              </a:ext>
            </a:extLst>
          </p:cNvPr>
          <p:cNvSpPr>
            <a:spLocks noGrp="1"/>
          </p:cNvSpPr>
          <p:nvPr>
            <p:ph type="title"/>
          </p:nvPr>
        </p:nvSpPr>
        <p:spPr>
          <a:xfrm>
            <a:off x="1293812" y="609600"/>
            <a:ext cx="4914900" cy="1447800"/>
          </a:xfrm>
        </p:spPr>
        <p:txBody>
          <a:bodyPr anchor="t">
            <a:normAutofit/>
          </a:bodyPr>
          <a:lstStyle>
            <a:lvl1pPr>
              <a:defRPr sz="3200" b="1" kern="1200" dirty="0">
                <a:solidFill>
                  <a:schemeClr val="tx1">
                    <a:lumMod val="85000"/>
                    <a:lumOff val="15000"/>
                  </a:schemeClr>
                </a:solidFill>
                <a:latin typeface="+mj-lt"/>
                <a:ea typeface="+mj-ea"/>
                <a:cs typeface="+mj-cs"/>
              </a:defRPr>
            </a:lvl1pPr>
          </a:lstStyle>
          <a:p>
            <a:r>
              <a:rPr lang="en-US"/>
              <a:t>Click to edit Master title style</a:t>
            </a:r>
            <a:endParaRPr dirty="0"/>
          </a:p>
        </p:txBody>
      </p:sp>
      <p:sp>
        <p:nvSpPr>
          <p:cNvPr id="10" name="Slide Number Placeholder 5">
            <a:extLst>
              <a:ext uri="{FF2B5EF4-FFF2-40B4-BE49-F238E27FC236}">
                <a16:creationId xmlns:a16="http://schemas.microsoft.com/office/drawing/2014/main" id="{908F9375-0CED-7A7E-FAD2-5469CE00A66C}"/>
              </a:ext>
            </a:extLst>
          </p:cNvPr>
          <p:cNvSpPr>
            <a:spLocks noGrp="1"/>
          </p:cNvSpPr>
          <p:nvPr>
            <p:ph type="sldNum" sz="quarter" idx="12"/>
          </p:nvPr>
        </p:nvSpPr>
        <p:spPr>
          <a:xfrm>
            <a:off x="1" y="609600"/>
            <a:ext cx="760412" cy="381000"/>
          </a:xfrm>
        </p:spPr>
        <p:txBody>
          <a:bodyPr/>
          <a:lstStyle>
            <a:lvl1pPr algn="ctr">
              <a:defRPr sz="2400" b="1"/>
            </a:lvl1pPr>
          </a:lstStyle>
          <a:p>
            <a:fld id="{AAEAE4A8-A6E5-453E-B946-FB774B73F48C}" type="slidenum">
              <a:rPr lang="en-US" smtClean="0"/>
              <a:pPr/>
              <a:t>‹#›</a:t>
            </a:fld>
            <a:endParaRPr lang="en-US" dirty="0"/>
          </a:p>
        </p:txBody>
      </p:sp>
      <p:sp>
        <p:nvSpPr>
          <p:cNvPr id="43" name="Footer Placeholder 4">
            <a:extLst>
              <a:ext uri="{FF2B5EF4-FFF2-40B4-BE49-F238E27FC236}">
                <a16:creationId xmlns:a16="http://schemas.microsoft.com/office/drawing/2014/main" id="{C1791A8D-D5A1-DB56-D6C5-A82DB0F26732}"/>
              </a:ext>
            </a:extLst>
          </p:cNvPr>
          <p:cNvSpPr>
            <a:spLocks noGrp="1"/>
          </p:cNvSpPr>
          <p:nvPr>
            <p:ph type="ftr" sz="quarter" idx="3"/>
          </p:nvPr>
        </p:nvSpPr>
        <p:spPr>
          <a:xfrm rot="16200000">
            <a:off x="-1829595" y="2591593"/>
            <a:ext cx="4419600" cy="760414"/>
          </a:xfrm>
          <a:prstGeom prst="rect">
            <a:avLst/>
          </a:prstGeom>
        </p:spPr>
        <p:txBody>
          <a:bodyPr vert="horz" lIns="91440" tIns="45720" rIns="91440" bIns="45720" rtlCol="0" anchor="ctr"/>
          <a:lstStyle>
            <a:lvl1pPr algn="ctr">
              <a:defRPr lang="en-US" sz="1400" b="0" kern="1200" spc="100" baseline="0" dirty="0">
                <a:solidFill>
                  <a:schemeClr val="tx1"/>
                </a:solidFill>
                <a:latin typeface="+mn-lt"/>
                <a:ea typeface="+mn-ea"/>
                <a:cs typeface="+mn-cs"/>
              </a:defRPr>
            </a:lvl1pPr>
          </a:lstStyle>
          <a:p>
            <a:endParaRPr lang="en-US" dirty="0"/>
          </a:p>
        </p:txBody>
      </p:sp>
      <p:sp>
        <p:nvSpPr>
          <p:cNvPr id="14" name="Date Placeholder 3">
            <a:extLst>
              <a:ext uri="{FF2B5EF4-FFF2-40B4-BE49-F238E27FC236}">
                <a16:creationId xmlns:a16="http://schemas.microsoft.com/office/drawing/2014/main" id="{BE9D901E-58D4-3C47-262B-EA276B7F1D60}"/>
              </a:ext>
            </a:extLst>
          </p:cNvPr>
          <p:cNvSpPr>
            <a:spLocks noGrp="1"/>
          </p:cNvSpPr>
          <p:nvPr>
            <p:ph type="dt" sz="half" idx="2"/>
          </p:nvPr>
        </p:nvSpPr>
        <p:spPr>
          <a:xfrm rot="16200000">
            <a:off x="-229393" y="5258593"/>
            <a:ext cx="1219200" cy="760414"/>
          </a:xfrm>
          <a:prstGeom prst="rect">
            <a:avLst/>
          </a:prstGeom>
        </p:spPr>
        <p:txBody>
          <a:bodyPr vert="horz" lIns="91440" tIns="45720" rIns="91440" bIns="45720" rtlCol="0" anchor="ctr"/>
          <a:lstStyle>
            <a:lvl1pPr algn="l">
              <a:defRPr sz="1400" b="0" spc="100" baseline="0">
                <a:solidFill>
                  <a:schemeClr val="tx1"/>
                </a:solidFill>
              </a:defRPr>
            </a:lvl1pPr>
          </a:lstStyle>
          <a:p>
            <a:endParaRPr lang="en-US" dirty="0"/>
          </a:p>
        </p:txBody>
      </p:sp>
      <p:sp>
        <p:nvSpPr>
          <p:cNvPr id="3" name="Content Placeholder 2"/>
          <p:cNvSpPr>
            <a:spLocks noGrp="1"/>
          </p:cNvSpPr>
          <p:nvPr>
            <p:ph idx="1"/>
          </p:nvPr>
        </p:nvSpPr>
        <p:spPr>
          <a:xfrm>
            <a:off x="1311274" y="2286000"/>
            <a:ext cx="4572000" cy="4267200"/>
          </a:xfrm>
        </p:spPr>
        <p:txBody>
          <a:bodyPr>
            <a:normAutofit/>
          </a:bodyPr>
          <a:lstStyle>
            <a:lvl1pPr marL="45720" indent="0">
              <a:lnSpc>
                <a:spcPct val="110000"/>
              </a:lnSpc>
              <a:buNone/>
              <a:defRPr lang="en-US" sz="1800" kern="1200" dirty="0">
                <a:solidFill>
                  <a:schemeClr val="tx1">
                    <a:lumMod val="85000"/>
                    <a:lumOff val="15000"/>
                  </a:schemeClr>
                </a:solidFill>
                <a:latin typeface="+mn-lt"/>
                <a:ea typeface="+mn-lt"/>
                <a:cs typeface="+mn-lt"/>
              </a:defRPr>
            </a:lvl1pPr>
            <a:lvl2pPr marL="365760" indent="0">
              <a:lnSpc>
                <a:spcPct val="110000"/>
              </a:lnSpc>
              <a:buFont typeface="Arial" panose="020B0604020202020204" pitchFamily="34" charset="0"/>
              <a:buNone/>
              <a:defRPr lang="en-US" sz="1800" kern="1200" dirty="0">
                <a:solidFill>
                  <a:schemeClr val="tx1">
                    <a:lumMod val="85000"/>
                    <a:lumOff val="15000"/>
                  </a:schemeClr>
                </a:solidFill>
                <a:latin typeface="+mn-lt"/>
                <a:ea typeface="+mn-lt"/>
                <a:cs typeface="+mn-lt"/>
              </a:defRPr>
            </a:lvl2pPr>
            <a:lvl3pPr marL="594360" indent="0">
              <a:lnSpc>
                <a:spcPct val="110000"/>
              </a:lnSpc>
              <a:buNone/>
              <a:defRPr lang="en-US" sz="1800" kern="1200" dirty="0">
                <a:solidFill>
                  <a:schemeClr val="tx1">
                    <a:lumMod val="85000"/>
                    <a:lumOff val="15000"/>
                  </a:schemeClr>
                </a:solidFill>
                <a:latin typeface="+mn-lt"/>
                <a:ea typeface="+mn-lt"/>
                <a:cs typeface="+mn-lt"/>
              </a:defRPr>
            </a:lvl3pPr>
            <a:lvl4pPr marL="777240" indent="0">
              <a:lnSpc>
                <a:spcPct val="110000"/>
              </a:lnSpc>
              <a:buNone/>
              <a:defRPr lang="en-US" sz="1800" kern="1200" dirty="0">
                <a:solidFill>
                  <a:schemeClr val="tx1">
                    <a:lumMod val="85000"/>
                    <a:lumOff val="15000"/>
                  </a:schemeClr>
                </a:solidFill>
                <a:latin typeface="+mn-lt"/>
                <a:ea typeface="+mn-lt"/>
                <a:cs typeface="+mn-lt"/>
              </a:defRPr>
            </a:lvl4pPr>
            <a:lvl5pPr marL="960120" indent="0">
              <a:lnSpc>
                <a:spcPct val="110000"/>
              </a:lnSpc>
              <a:buNone/>
              <a:defRPr sz="1800" kern="1200" dirty="0">
                <a:solidFill>
                  <a:schemeClr val="tx1">
                    <a:lumMod val="85000"/>
                    <a:lumOff val="15000"/>
                  </a:schemeClr>
                </a:solidFill>
                <a:latin typeface="+mn-lt"/>
                <a:ea typeface="+mn-lt"/>
                <a:cs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5" name="Cross 14">
            <a:extLst>
              <a:ext uri="{FF2B5EF4-FFF2-40B4-BE49-F238E27FC236}">
                <a16:creationId xmlns:a16="http://schemas.microsoft.com/office/drawing/2014/main" id="{86C1A7B9-E319-130B-0CC8-DCB01B51A087}"/>
              </a:ext>
            </a:extLst>
          </p:cNvPr>
          <p:cNvSpPr/>
          <p:nvPr userDrawn="1"/>
        </p:nvSpPr>
        <p:spPr>
          <a:xfrm>
            <a:off x="7351712" y="4419600"/>
            <a:ext cx="685800" cy="685800"/>
          </a:xfrm>
          <a:prstGeom prst="plus">
            <a:avLst>
              <a:gd name="adj" fmla="val 39796"/>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lvl="0" algn="ctr"/>
            <a:endParaRPr lang="en-US" dirty="0"/>
          </a:p>
        </p:txBody>
      </p:sp>
      <p:sp>
        <p:nvSpPr>
          <p:cNvPr id="5" name="Freeform: Shape 4">
            <a:extLst>
              <a:ext uri="{FF2B5EF4-FFF2-40B4-BE49-F238E27FC236}">
                <a16:creationId xmlns:a16="http://schemas.microsoft.com/office/drawing/2014/main" id="{20652475-9C37-D778-F6B2-DE9F50F8571A}"/>
              </a:ext>
            </a:extLst>
          </p:cNvPr>
          <p:cNvSpPr/>
          <p:nvPr userDrawn="1"/>
        </p:nvSpPr>
        <p:spPr>
          <a:xfrm>
            <a:off x="8609012" y="-21999"/>
            <a:ext cx="3579812" cy="6901998"/>
          </a:xfrm>
          <a:custGeom>
            <a:avLst/>
            <a:gdLst>
              <a:gd name="connsiteX0" fmla="*/ 3450999 w 3579812"/>
              <a:gd name="connsiteY0" fmla="*/ 0 h 6901998"/>
              <a:gd name="connsiteX1" fmla="*/ 3579812 w 3579812"/>
              <a:gd name="connsiteY1" fmla="*/ 3257 h 6901998"/>
              <a:gd name="connsiteX2" fmla="*/ 3579812 w 3579812"/>
              <a:gd name="connsiteY2" fmla="*/ 6898741 h 6901998"/>
              <a:gd name="connsiteX3" fmla="*/ 3450999 w 3579812"/>
              <a:gd name="connsiteY3" fmla="*/ 6901998 h 6901998"/>
              <a:gd name="connsiteX4" fmla="*/ 0 w 3579812"/>
              <a:gd name="connsiteY4" fmla="*/ 3450999 h 6901998"/>
              <a:gd name="connsiteX5" fmla="*/ 3450999 w 3579812"/>
              <a:gd name="connsiteY5" fmla="*/ 0 h 6901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79812" h="6901998">
                <a:moveTo>
                  <a:pt x="3450999" y="0"/>
                </a:moveTo>
                <a:lnTo>
                  <a:pt x="3579812" y="3257"/>
                </a:lnTo>
                <a:lnTo>
                  <a:pt x="3579812" y="6898741"/>
                </a:lnTo>
                <a:lnTo>
                  <a:pt x="3450999" y="6901998"/>
                </a:lnTo>
                <a:cubicBezTo>
                  <a:pt x="1545065" y="6901998"/>
                  <a:pt x="0" y="5356933"/>
                  <a:pt x="0" y="3450999"/>
                </a:cubicBezTo>
                <a:cubicBezTo>
                  <a:pt x="0" y="1545065"/>
                  <a:pt x="1545065" y="0"/>
                  <a:pt x="3450999" y="0"/>
                </a:cubicBezTo>
                <a:close/>
              </a:path>
            </a:pathLst>
          </a:cu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350674107"/>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with Computer Monitor">
    <p:bg>
      <p:bgRef idx="1001">
        <a:schemeClr val="bg1"/>
      </p:bgRef>
    </p:bg>
    <p:spTree>
      <p:nvGrpSpPr>
        <p:cNvPr id="1" name=""/>
        <p:cNvGrpSpPr/>
        <p:nvPr/>
      </p:nvGrpSpPr>
      <p:grpSpPr>
        <a:xfrm>
          <a:off x="0" y="0"/>
          <a:ext cx="0" cy="0"/>
          <a:chOff x="0" y="0"/>
          <a:chExt cx="0" cy="0"/>
        </a:xfrm>
      </p:grpSpPr>
      <p:sp>
        <p:nvSpPr>
          <p:cNvPr id="5" name="Oval 4">
            <a:extLst>
              <a:ext uri="{FF2B5EF4-FFF2-40B4-BE49-F238E27FC236}">
                <a16:creationId xmlns:a16="http://schemas.microsoft.com/office/drawing/2014/main" id="{7D5A8CDC-7BE6-361B-2965-88F977B1F050}"/>
              </a:ext>
            </a:extLst>
          </p:cNvPr>
          <p:cNvSpPr/>
          <p:nvPr userDrawn="1"/>
        </p:nvSpPr>
        <p:spPr>
          <a:xfrm>
            <a:off x="6704012" y="838202"/>
            <a:ext cx="5029198" cy="5029198"/>
          </a:xfrm>
          <a:prstGeom prst="ellipse">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8" name="Rectangle 7">
            <a:extLst>
              <a:ext uri="{FF2B5EF4-FFF2-40B4-BE49-F238E27FC236}">
                <a16:creationId xmlns:a16="http://schemas.microsoft.com/office/drawing/2014/main" id="{F6C13E5D-0B96-580C-032F-0323F5B935D3}"/>
              </a:ext>
            </a:extLst>
          </p:cNvPr>
          <p:cNvSpPr/>
          <p:nvPr userDrawn="1"/>
        </p:nvSpPr>
        <p:spPr>
          <a:xfrm>
            <a:off x="0" y="0"/>
            <a:ext cx="760412" cy="6858000"/>
          </a:xfrm>
          <a:prstGeom prst="rect">
            <a:avLst/>
          </a:prstGeom>
          <a:solidFill>
            <a:schemeClr val="bg1"/>
          </a:solidFill>
          <a:ln>
            <a:noFill/>
          </a:ln>
          <a:effectLst>
            <a:outerShdw blurRad="127000" sx="102000" sy="102000" algn="ctr" rotWithShape="0">
              <a:prstClr val="black">
                <a:alpha val="10000"/>
              </a:prstClr>
            </a:outerShdw>
          </a:effectLst>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pic>
        <p:nvPicPr>
          <p:cNvPr id="15" name="Graphic 14">
            <a:extLst>
              <a:ext uri="{FF2B5EF4-FFF2-40B4-BE49-F238E27FC236}">
                <a16:creationId xmlns:a16="http://schemas.microsoft.com/office/drawing/2014/main" id="{97F2A9A7-1093-A563-8A0E-4C8DB0E669AE}"/>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742112" y="1752600"/>
            <a:ext cx="4951066" cy="3810000"/>
          </a:xfrm>
          <a:prstGeom prst="rect">
            <a:avLst/>
          </a:prstGeom>
        </p:spPr>
      </p:pic>
      <p:sp>
        <p:nvSpPr>
          <p:cNvPr id="4" name="Title 1">
            <a:extLst>
              <a:ext uri="{FF2B5EF4-FFF2-40B4-BE49-F238E27FC236}">
                <a16:creationId xmlns:a16="http://schemas.microsoft.com/office/drawing/2014/main" id="{E33374C0-ECC0-0DB1-D167-0EF643B5A1E0}"/>
              </a:ext>
            </a:extLst>
          </p:cNvPr>
          <p:cNvSpPr>
            <a:spLocks noGrp="1"/>
          </p:cNvSpPr>
          <p:nvPr>
            <p:ph type="title"/>
          </p:nvPr>
        </p:nvSpPr>
        <p:spPr>
          <a:xfrm>
            <a:off x="1293812" y="609600"/>
            <a:ext cx="4914900" cy="1447800"/>
          </a:xfrm>
        </p:spPr>
        <p:txBody>
          <a:bodyPr anchor="t">
            <a:normAutofit/>
          </a:bodyPr>
          <a:lstStyle>
            <a:lvl1pPr>
              <a:defRPr sz="3200" b="1" kern="1200" dirty="0">
                <a:solidFill>
                  <a:schemeClr val="tx1">
                    <a:lumMod val="85000"/>
                    <a:lumOff val="15000"/>
                  </a:schemeClr>
                </a:solidFill>
                <a:latin typeface="+mj-lt"/>
                <a:ea typeface="+mj-ea"/>
                <a:cs typeface="+mj-cs"/>
              </a:defRPr>
            </a:lvl1pPr>
          </a:lstStyle>
          <a:p>
            <a:r>
              <a:rPr lang="en-US"/>
              <a:t>Click to edit Master title style</a:t>
            </a:r>
            <a:endParaRPr dirty="0"/>
          </a:p>
        </p:txBody>
      </p:sp>
      <p:sp>
        <p:nvSpPr>
          <p:cNvPr id="3" name="Slide Number Placeholder 5">
            <a:extLst>
              <a:ext uri="{FF2B5EF4-FFF2-40B4-BE49-F238E27FC236}">
                <a16:creationId xmlns:a16="http://schemas.microsoft.com/office/drawing/2014/main" id="{FC465CD4-231A-6C85-3D9B-E21738DB5460}"/>
              </a:ext>
            </a:extLst>
          </p:cNvPr>
          <p:cNvSpPr>
            <a:spLocks noGrp="1"/>
          </p:cNvSpPr>
          <p:nvPr>
            <p:ph type="sldNum" sz="quarter" idx="12"/>
          </p:nvPr>
        </p:nvSpPr>
        <p:spPr>
          <a:xfrm>
            <a:off x="1" y="609600"/>
            <a:ext cx="760412" cy="381000"/>
          </a:xfrm>
        </p:spPr>
        <p:txBody>
          <a:bodyPr/>
          <a:lstStyle>
            <a:lvl1pPr algn="ctr">
              <a:defRPr sz="2400" b="1"/>
            </a:lvl1pPr>
          </a:lstStyle>
          <a:p>
            <a:fld id="{AAEAE4A8-A6E5-453E-B946-FB774B73F48C}" type="slidenum">
              <a:rPr lang="en-US" smtClean="0"/>
              <a:pPr/>
              <a:t>‹#›</a:t>
            </a:fld>
            <a:endParaRPr lang="en-US" dirty="0"/>
          </a:p>
        </p:txBody>
      </p:sp>
      <p:sp>
        <p:nvSpPr>
          <p:cNvPr id="17" name="Footer Placeholder 4">
            <a:extLst>
              <a:ext uri="{FF2B5EF4-FFF2-40B4-BE49-F238E27FC236}">
                <a16:creationId xmlns:a16="http://schemas.microsoft.com/office/drawing/2014/main" id="{A583352B-64D3-C6FC-B554-91866CBEBCC2}"/>
              </a:ext>
            </a:extLst>
          </p:cNvPr>
          <p:cNvSpPr>
            <a:spLocks noGrp="1"/>
          </p:cNvSpPr>
          <p:nvPr>
            <p:ph type="ftr" sz="quarter" idx="3"/>
          </p:nvPr>
        </p:nvSpPr>
        <p:spPr>
          <a:xfrm rot="16200000">
            <a:off x="-1829595" y="2591593"/>
            <a:ext cx="4419600" cy="760414"/>
          </a:xfrm>
          <a:prstGeom prst="rect">
            <a:avLst/>
          </a:prstGeom>
        </p:spPr>
        <p:txBody>
          <a:bodyPr vert="horz" lIns="91440" tIns="45720" rIns="91440" bIns="45720" rtlCol="0" anchor="ctr"/>
          <a:lstStyle>
            <a:lvl1pPr algn="ctr">
              <a:defRPr lang="en-US" sz="1400" b="0" kern="1200" spc="100" baseline="0" dirty="0">
                <a:solidFill>
                  <a:schemeClr val="tx1"/>
                </a:solidFill>
                <a:latin typeface="+mn-lt"/>
                <a:ea typeface="+mn-ea"/>
                <a:cs typeface="+mn-cs"/>
              </a:defRPr>
            </a:lvl1pPr>
          </a:lstStyle>
          <a:p>
            <a:endParaRPr lang="en-US" dirty="0"/>
          </a:p>
        </p:txBody>
      </p:sp>
      <p:sp>
        <p:nvSpPr>
          <p:cNvPr id="6" name="Date Placeholder 3">
            <a:extLst>
              <a:ext uri="{FF2B5EF4-FFF2-40B4-BE49-F238E27FC236}">
                <a16:creationId xmlns:a16="http://schemas.microsoft.com/office/drawing/2014/main" id="{647C9D80-85BC-5E0B-E24A-6217CFE72A9F}"/>
              </a:ext>
            </a:extLst>
          </p:cNvPr>
          <p:cNvSpPr>
            <a:spLocks noGrp="1"/>
          </p:cNvSpPr>
          <p:nvPr>
            <p:ph type="dt" sz="half" idx="2"/>
          </p:nvPr>
        </p:nvSpPr>
        <p:spPr>
          <a:xfrm rot="16200000">
            <a:off x="-229393" y="5258593"/>
            <a:ext cx="1219200" cy="760414"/>
          </a:xfrm>
          <a:prstGeom prst="rect">
            <a:avLst/>
          </a:prstGeom>
        </p:spPr>
        <p:txBody>
          <a:bodyPr vert="horz" lIns="91440" tIns="45720" rIns="91440" bIns="45720" rtlCol="0" anchor="ctr"/>
          <a:lstStyle>
            <a:lvl1pPr algn="l">
              <a:defRPr sz="1400" b="0" spc="100" baseline="0">
                <a:solidFill>
                  <a:schemeClr val="tx1"/>
                </a:solidFill>
              </a:defRPr>
            </a:lvl1pPr>
          </a:lstStyle>
          <a:p>
            <a:endParaRPr lang="en-US" dirty="0"/>
          </a:p>
        </p:txBody>
      </p:sp>
      <p:sp>
        <p:nvSpPr>
          <p:cNvPr id="12" name="Content Placeholder 2">
            <a:extLst>
              <a:ext uri="{FF2B5EF4-FFF2-40B4-BE49-F238E27FC236}">
                <a16:creationId xmlns:a16="http://schemas.microsoft.com/office/drawing/2014/main" id="{20038AE2-F2EF-FEA5-D6B4-5C539A25221E}"/>
              </a:ext>
            </a:extLst>
          </p:cNvPr>
          <p:cNvSpPr>
            <a:spLocks noGrp="1"/>
          </p:cNvSpPr>
          <p:nvPr>
            <p:ph idx="1"/>
          </p:nvPr>
        </p:nvSpPr>
        <p:spPr>
          <a:xfrm>
            <a:off x="1311274" y="2286000"/>
            <a:ext cx="4572000" cy="3962400"/>
          </a:xfrm>
        </p:spPr>
        <p:txBody>
          <a:bodyPr>
            <a:normAutofit/>
          </a:bodyPr>
          <a:lstStyle>
            <a:lvl1pPr marL="45720" indent="0">
              <a:lnSpc>
                <a:spcPct val="110000"/>
              </a:lnSpc>
              <a:buNone/>
              <a:defRPr lang="en-US" sz="1800" kern="1200" dirty="0">
                <a:solidFill>
                  <a:schemeClr val="tx1">
                    <a:lumMod val="85000"/>
                    <a:lumOff val="15000"/>
                  </a:schemeClr>
                </a:solidFill>
                <a:latin typeface="+mn-lt"/>
                <a:ea typeface="+mn-lt"/>
                <a:cs typeface="+mn-lt"/>
              </a:defRPr>
            </a:lvl1pPr>
            <a:lvl2pPr marL="365760" indent="0">
              <a:lnSpc>
                <a:spcPct val="110000"/>
              </a:lnSpc>
              <a:buNone/>
              <a:defRPr lang="en-US" sz="1800" kern="1200" dirty="0">
                <a:solidFill>
                  <a:schemeClr val="tx1">
                    <a:lumMod val="85000"/>
                    <a:lumOff val="15000"/>
                  </a:schemeClr>
                </a:solidFill>
                <a:latin typeface="+mn-lt"/>
                <a:ea typeface="+mn-lt"/>
                <a:cs typeface="+mn-lt"/>
              </a:defRPr>
            </a:lvl2pPr>
            <a:lvl3pPr marL="594360" indent="0">
              <a:lnSpc>
                <a:spcPct val="110000"/>
              </a:lnSpc>
              <a:buNone/>
              <a:defRPr lang="en-US" sz="1800" kern="1200" dirty="0">
                <a:solidFill>
                  <a:schemeClr val="tx1">
                    <a:lumMod val="85000"/>
                    <a:lumOff val="15000"/>
                  </a:schemeClr>
                </a:solidFill>
                <a:latin typeface="+mn-lt"/>
                <a:ea typeface="+mn-lt"/>
                <a:cs typeface="+mn-lt"/>
              </a:defRPr>
            </a:lvl3pPr>
            <a:lvl4pPr marL="777240" indent="0">
              <a:lnSpc>
                <a:spcPct val="110000"/>
              </a:lnSpc>
              <a:buNone/>
              <a:defRPr lang="en-US" sz="1800" kern="1200" dirty="0">
                <a:solidFill>
                  <a:schemeClr val="tx1">
                    <a:lumMod val="85000"/>
                    <a:lumOff val="15000"/>
                  </a:schemeClr>
                </a:solidFill>
                <a:latin typeface="+mn-lt"/>
                <a:ea typeface="+mn-lt"/>
                <a:cs typeface="+mn-lt"/>
              </a:defRPr>
            </a:lvl4pPr>
            <a:lvl5pPr marL="960120" indent="0">
              <a:lnSpc>
                <a:spcPct val="110000"/>
              </a:lnSpc>
              <a:buNone/>
              <a:defRPr sz="1800" kern="1200" dirty="0">
                <a:solidFill>
                  <a:schemeClr val="tx1">
                    <a:lumMod val="85000"/>
                    <a:lumOff val="15000"/>
                  </a:schemeClr>
                </a:solidFill>
                <a:latin typeface="+mn-lt"/>
                <a:ea typeface="+mn-lt"/>
                <a:cs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7" name="Picture Placeholder 6">
            <a:extLst>
              <a:ext uri="{FF2B5EF4-FFF2-40B4-BE49-F238E27FC236}">
                <a16:creationId xmlns:a16="http://schemas.microsoft.com/office/drawing/2014/main" id="{51F5E297-E771-7AE4-7311-0874043A4B38}"/>
              </a:ext>
            </a:extLst>
          </p:cNvPr>
          <p:cNvSpPr>
            <a:spLocks noGrp="1"/>
          </p:cNvSpPr>
          <p:nvPr>
            <p:ph type="pic" sz="quarter" idx="16"/>
          </p:nvPr>
        </p:nvSpPr>
        <p:spPr>
          <a:xfrm>
            <a:off x="7045945" y="2057400"/>
            <a:ext cx="4343400" cy="2688336"/>
          </a:xfrm>
          <a:custGeom>
            <a:avLst/>
            <a:gdLst>
              <a:gd name="connsiteX0" fmla="*/ 25620 w 4343400"/>
              <a:gd name="connsiteY0" fmla="*/ 0 h 2688336"/>
              <a:gd name="connsiteX1" fmla="*/ 4317780 w 4343400"/>
              <a:gd name="connsiteY1" fmla="*/ 0 h 2688336"/>
              <a:gd name="connsiteX2" fmla="*/ 4343400 w 4343400"/>
              <a:gd name="connsiteY2" fmla="*/ 25620 h 2688336"/>
              <a:gd name="connsiteX3" fmla="*/ 4343400 w 4343400"/>
              <a:gd name="connsiteY3" fmla="*/ 2662716 h 2688336"/>
              <a:gd name="connsiteX4" fmla="*/ 4317780 w 4343400"/>
              <a:gd name="connsiteY4" fmla="*/ 2688336 h 2688336"/>
              <a:gd name="connsiteX5" fmla="*/ 25620 w 4343400"/>
              <a:gd name="connsiteY5" fmla="*/ 2688336 h 2688336"/>
              <a:gd name="connsiteX6" fmla="*/ 0 w 4343400"/>
              <a:gd name="connsiteY6" fmla="*/ 2662716 h 2688336"/>
              <a:gd name="connsiteX7" fmla="*/ 0 w 4343400"/>
              <a:gd name="connsiteY7" fmla="*/ 25620 h 2688336"/>
              <a:gd name="connsiteX8" fmla="*/ 25620 w 4343400"/>
              <a:gd name="connsiteY8" fmla="*/ 0 h 2688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43400" h="2688336">
                <a:moveTo>
                  <a:pt x="25620" y="0"/>
                </a:moveTo>
                <a:lnTo>
                  <a:pt x="4317780" y="0"/>
                </a:lnTo>
                <a:cubicBezTo>
                  <a:pt x="4331930" y="0"/>
                  <a:pt x="4343400" y="11470"/>
                  <a:pt x="4343400" y="25620"/>
                </a:cubicBezTo>
                <a:lnTo>
                  <a:pt x="4343400" y="2662716"/>
                </a:lnTo>
                <a:cubicBezTo>
                  <a:pt x="4343400" y="2676866"/>
                  <a:pt x="4331930" y="2688336"/>
                  <a:pt x="4317780" y="2688336"/>
                </a:cubicBezTo>
                <a:lnTo>
                  <a:pt x="25620" y="2688336"/>
                </a:lnTo>
                <a:cubicBezTo>
                  <a:pt x="11470" y="2688336"/>
                  <a:pt x="0" y="2676866"/>
                  <a:pt x="0" y="2662716"/>
                </a:cubicBezTo>
                <a:lnTo>
                  <a:pt x="0" y="25620"/>
                </a:lnTo>
                <a:cubicBezTo>
                  <a:pt x="0" y="11470"/>
                  <a:pt x="11470" y="0"/>
                  <a:pt x="25620" y="0"/>
                </a:cubicBezTo>
                <a:close/>
              </a:path>
            </a:pathLst>
          </a:custGeom>
        </p:spPr>
        <p:txBody>
          <a:bodyPr wrap="square">
            <a:noAutofit/>
          </a:bodyPr>
          <a:lstStyle>
            <a:lvl1pPr marL="45720" indent="0">
              <a:buNone/>
              <a:defRPr>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3149728844"/>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brea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94761B-B29B-1C47-FAE9-6E0FA1543EC6}"/>
              </a:ext>
            </a:extLst>
          </p:cNvPr>
          <p:cNvSpPr>
            <a:spLocks noGrp="1"/>
          </p:cNvSpPr>
          <p:nvPr>
            <p:ph type="title"/>
          </p:nvPr>
        </p:nvSpPr>
        <p:spPr>
          <a:xfrm>
            <a:off x="608012" y="685800"/>
            <a:ext cx="5687336" cy="5288730"/>
          </a:xfrm>
        </p:spPr>
        <p:txBody>
          <a:bodyPr anchor="b">
            <a:normAutofit/>
          </a:bodyPr>
          <a:lstStyle>
            <a:lvl1pPr marL="0" indent="0" algn="l">
              <a:lnSpc>
                <a:spcPct val="100000"/>
              </a:lnSpc>
              <a:defRPr sz="4800"/>
            </a:lvl1pPr>
          </a:lstStyle>
          <a:p>
            <a:r>
              <a:rPr lang="en-US"/>
              <a:t>Click to edit Master title style</a:t>
            </a:r>
            <a:endParaRPr dirty="0"/>
          </a:p>
        </p:txBody>
      </p:sp>
      <p:sp>
        <p:nvSpPr>
          <p:cNvPr id="3" name="Cross 2">
            <a:extLst>
              <a:ext uri="{FF2B5EF4-FFF2-40B4-BE49-F238E27FC236}">
                <a16:creationId xmlns:a16="http://schemas.microsoft.com/office/drawing/2014/main" id="{9D098DB9-0987-4850-3A4E-90EECD01BFED}"/>
              </a:ext>
            </a:extLst>
          </p:cNvPr>
          <p:cNvSpPr/>
          <p:nvPr userDrawn="1"/>
        </p:nvSpPr>
        <p:spPr>
          <a:xfrm>
            <a:off x="7130149" y="3969437"/>
            <a:ext cx="640662" cy="640662"/>
          </a:xfrm>
          <a:prstGeom prst="plus">
            <a:avLst>
              <a:gd name="adj" fmla="val 39796"/>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lvl="0" algn="ctr"/>
            <a:endParaRPr lang="en-US" dirty="0"/>
          </a:p>
        </p:txBody>
      </p:sp>
      <p:pic>
        <p:nvPicPr>
          <p:cNvPr id="4" name="Graphic 3">
            <a:extLst>
              <a:ext uri="{FF2B5EF4-FFF2-40B4-BE49-F238E27FC236}">
                <a16:creationId xmlns:a16="http://schemas.microsoft.com/office/drawing/2014/main" id="{0320F41B-7946-84A8-649E-B8D2394410B0}"/>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 r="42412"/>
          <a:stretch/>
        </p:blipFill>
        <p:spPr>
          <a:xfrm>
            <a:off x="7134779" y="533400"/>
            <a:ext cx="5054045" cy="5588000"/>
          </a:xfrm>
          <a:prstGeom prst="rect">
            <a:avLst/>
          </a:prstGeom>
        </p:spPr>
      </p:pic>
      <p:sp>
        <p:nvSpPr>
          <p:cNvPr id="6" name="Cross 5">
            <a:extLst>
              <a:ext uri="{FF2B5EF4-FFF2-40B4-BE49-F238E27FC236}">
                <a16:creationId xmlns:a16="http://schemas.microsoft.com/office/drawing/2014/main" id="{D3F324A7-F228-C486-182B-84D6C27A93B8}"/>
              </a:ext>
            </a:extLst>
          </p:cNvPr>
          <p:cNvSpPr/>
          <p:nvPr userDrawn="1"/>
        </p:nvSpPr>
        <p:spPr>
          <a:xfrm>
            <a:off x="6368151" y="2407337"/>
            <a:ext cx="640662" cy="640662"/>
          </a:xfrm>
          <a:prstGeom prst="plus">
            <a:avLst>
              <a:gd name="adj" fmla="val 39796"/>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lvl="0" algn="ctr"/>
            <a:endParaRPr lang="en-US" dirty="0"/>
          </a:p>
        </p:txBody>
      </p:sp>
      <p:sp>
        <p:nvSpPr>
          <p:cNvPr id="10" name="Picture Placeholder 20">
            <a:extLst>
              <a:ext uri="{FF2B5EF4-FFF2-40B4-BE49-F238E27FC236}">
                <a16:creationId xmlns:a16="http://schemas.microsoft.com/office/drawing/2014/main" id="{0EE33DD4-E993-7039-2B48-6FAFAE32A9FE}"/>
              </a:ext>
            </a:extLst>
          </p:cNvPr>
          <p:cNvSpPr>
            <a:spLocks noGrp="1"/>
          </p:cNvSpPr>
          <p:nvPr>
            <p:ph type="pic" sz="quarter" idx="15"/>
          </p:nvPr>
        </p:nvSpPr>
        <p:spPr>
          <a:xfrm>
            <a:off x="8119745" y="990600"/>
            <a:ext cx="4069080" cy="4384979"/>
          </a:xfrm>
          <a:custGeom>
            <a:avLst/>
            <a:gdLst>
              <a:gd name="connsiteX0" fmla="*/ 3553733 w 4390346"/>
              <a:gd name="connsiteY0" fmla="*/ 0 h 4693920"/>
              <a:gd name="connsiteX1" fmla="*/ 4390346 w 4390346"/>
              <a:gd name="connsiteY1" fmla="*/ 0 h 4693920"/>
              <a:gd name="connsiteX2" fmla="*/ 4390346 w 4390346"/>
              <a:gd name="connsiteY2" fmla="*/ 4690872 h 4693920"/>
              <a:gd name="connsiteX3" fmla="*/ 3721482 w 4390346"/>
              <a:gd name="connsiteY3" fmla="*/ 4690872 h 4693920"/>
              <a:gd name="connsiteX4" fmla="*/ 3721482 w 4390346"/>
              <a:gd name="connsiteY4" fmla="*/ 4693920 h 4693920"/>
              <a:gd name="connsiteX5" fmla="*/ 197252 w 4390346"/>
              <a:gd name="connsiteY5" fmla="*/ 4693920 h 4693920"/>
              <a:gd name="connsiteX6" fmla="*/ 167017 w 4390346"/>
              <a:gd name="connsiteY6" fmla="*/ 4690872 h 4693920"/>
              <a:gd name="connsiteX7" fmla="*/ 0 w 4390346"/>
              <a:gd name="connsiteY7" fmla="*/ 4690872 h 4693920"/>
              <a:gd name="connsiteX8" fmla="*/ 0 w 4390346"/>
              <a:gd name="connsiteY8" fmla="*/ 4232970 h 4693920"/>
              <a:gd name="connsiteX9" fmla="*/ 1 w 4390346"/>
              <a:gd name="connsiteY9" fmla="*/ 4232970 h 4693920"/>
              <a:gd name="connsiteX10" fmla="*/ 1 w 4390346"/>
              <a:gd name="connsiteY10" fmla="*/ 200299 h 4693920"/>
              <a:gd name="connsiteX11" fmla="*/ 197252 w 4390346"/>
              <a:gd name="connsiteY11" fmla="*/ 3048 h 4693920"/>
              <a:gd name="connsiteX12" fmla="*/ 3553733 w 4390346"/>
              <a:gd name="connsiteY12" fmla="*/ 3048 h 46939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390346" h="4693920">
                <a:moveTo>
                  <a:pt x="3553733" y="0"/>
                </a:moveTo>
                <a:lnTo>
                  <a:pt x="4390346" y="0"/>
                </a:lnTo>
                <a:lnTo>
                  <a:pt x="4390346" y="4690872"/>
                </a:lnTo>
                <a:lnTo>
                  <a:pt x="3721482" y="4690872"/>
                </a:lnTo>
                <a:lnTo>
                  <a:pt x="3721482" y="4693920"/>
                </a:lnTo>
                <a:lnTo>
                  <a:pt x="197252" y="4693920"/>
                </a:lnTo>
                <a:lnTo>
                  <a:pt x="167017" y="4690872"/>
                </a:lnTo>
                <a:lnTo>
                  <a:pt x="0" y="4690872"/>
                </a:lnTo>
                <a:lnTo>
                  <a:pt x="0" y="4232970"/>
                </a:lnTo>
                <a:lnTo>
                  <a:pt x="1" y="4232970"/>
                </a:lnTo>
                <a:lnTo>
                  <a:pt x="1" y="200299"/>
                </a:lnTo>
                <a:cubicBezTo>
                  <a:pt x="1" y="91360"/>
                  <a:pt x="88313" y="3048"/>
                  <a:pt x="197252" y="3048"/>
                </a:cubicBezTo>
                <a:lnTo>
                  <a:pt x="3553733" y="3048"/>
                </a:lnTo>
                <a:close/>
              </a:path>
            </a:pathLst>
          </a:custGeom>
        </p:spPr>
        <p:txBody>
          <a:bodyPr wrap="square">
            <a:noAutofit/>
          </a:bodyPr>
          <a:lstStyle>
            <a:lvl1pPr marL="45720" indent="0">
              <a:buNone/>
              <a:defRPr>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2777647051"/>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with Accent">
    <p:bg>
      <p:bgRef idx="1001">
        <a:schemeClr val="bg1"/>
      </p:bgRef>
    </p:bg>
    <p:spTree>
      <p:nvGrpSpPr>
        <p:cNvPr id="1" name=""/>
        <p:cNvGrpSpPr/>
        <p:nvPr/>
      </p:nvGrpSpPr>
      <p:grpSpPr>
        <a:xfrm>
          <a:off x="0" y="0"/>
          <a:ext cx="0" cy="0"/>
          <a:chOff x="0" y="0"/>
          <a:chExt cx="0" cy="0"/>
        </a:xfrm>
      </p:grpSpPr>
      <p:sp>
        <p:nvSpPr>
          <p:cNvPr id="5" name="Oval 4">
            <a:extLst>
              <a:ext uri="{FF2B5EF4-FFF2-40B4-BE49-F238E27FC236}">
                <a16:creationId xmlns:a16="http://schemas.microsoft.com/office/drawing/2014/main" id="{7D5A8CDC-7BE6-361B-2965-88F977B1F050}"/>
              </a:ext>
            </a:extLst>
          </p:cNvPr>
          <p:cNvSpPr/>
          <p:nvPr userDrawn="1"/>
        </p:nvSpPr>
        <p:spPr>
          <a:xfrm>
            <a:off x="6361114" y="1317171"/>
            <a:ext cx="5029198" cy="5029198"/>
          </a:xfrm>
          <a:prstGeom prst="ellipse">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8" name="Rectangle 7">
            <a:extLst>
              <a:ext uri="{FF2B5EF4-FFF2-40B4-BE49-F238E27FC236}">
                <a16:creationId xmlns:a16="http://schemas.microsoft.com/office/drawing/2014/main" id="{F6C13E5D-0B96-580C-032F-0323F5B935D3}"/>
              </a:ext>
            </a:extLst>
          </p:cNvPr>
          <p:cNvSpPr/>
          <p:nvPr userDrawn="1"/>
        </p:nvSpPr>
        <p:spPr>
          <a:xfrm>
            <a:off x="0" y="0"/>
            <a:ext cx="760412" cy="6858000"/>
          </a:xfrm>
          <a:prstGeom prst="rect">
            <a:avLst/>
          </a:prstGeom>
          <a:solidFill>
            <a:schemeClr val="bg1"/>
          </a:solidFill>
          <a:ln>
            <a:noFill/>
          </a:ln>
          <a:effectLst>
            <a:outerShdw blurRad="127000" sx="102000" sy="102000" algn="ctr" rotWithShape="0">
              <a:prstClr val="black">
                <a:alpha val="10000"/>
              </a:prstClr>
            </a:outerShdw>
          </a:effectLst>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4" name="Title 1">
            <a:extLst>
              <a:ext uri="{FF2B5EF4-FFF2-40B4-BE49-F238E27FC236}">
                <a16:creationId xmlns:a16="http://schemas.microsoft.com/office/drawing/2014/main" id="{E33374C0-ECC0-0DB1-D167-0EF643B5A1E0}"/>
              </a:ext>
            </a:extLst>
          </p:cNvPr>
          <p:cNvSpPr>
            <a:spLocks noGrp="1"/>
          </p:cNvSpPr>
          <p:nvPr>
            <p:ph type="title"/>
          </p:nvPr>
        </p:nvSpPr>
        <p:spPr>
          <a:xfrm>
            <a:off x="1293812" y="609600"/>
            <a:ext cx="4914900" cy="1447800"/>
          </a:xfrm>
        </p:spPr>
        <p:txBody>
          <a:bodyPr anchor="t">
            <a:normAutofit/>
          </a:bodyPr>
          <a:lstStyle>
            <a:lvl1pPr>
              <a:defRPr sz="3200" b="1" kern="1200" dirty="0">
                <a:solidFill>
                  <a:schemeClr val="tx1">
                    <a:lumMod val="85000"/>
                    <a:lumOff val="15000"/>
                  </a:schemeClr>
                </a:solidFill>
                <a:latin typeface="+mj-lt"/>
                <a:ea typeface="+mj-ea"/>
                <a:cs typeface="+mj-cs"/>
              </a:defRPr>
            </a:lvl1pPr>
          </a:lstStyle>
          <a:p>
            <a:r>
              <a:rPr lang="en-US"/>
              <a:t>Click to edit Master title style</a:t>
            </a:r>
            <a:endParaRPr dirty="0"/>
          </a:p>
        </p:txBody>
      </p:sp>
      <p:sp>
        <p:nvSpPr>
          <p:cNvPr id="3" name="Slide Number Placeholder 5">
            <a:extLst>
              <a:ext uri="{FF2B5EF4-FFF2-40B4-BE49-F238E27FC236}">
                <a16:creationId xmlns:a16="http://schemas.microsoft.com/office/drawing/2014/main" id="{FC465CD4-231A-6C85-3D9B-E21738DB5460}"/>
              </a:ext>
            </a:extLst>
          </p:cNvPr>
          <p:cNvSpPr>
            <a:spLocks noGrp="1"/>
          </p:cNvSpPr>
          <p:nvPr>
            <p:ph type="sldNum" sz="quarter" idx="12"/>
          </p:nvPr>
        </p:nvSpPr>
        <p:spPr>
          <a:xfrm>
            <a:off x="1" y="609600"/>
            <a:ext cx="760412" cy="381000"/>
          </a:xfrm>
        </p:spPr>
        <p:txBody>
          <a:bodyPr/>
          <a:lstStyle>
            <a:lvl1pPr algn="ctr">
              <a:defRPr sz="2400" b="1"/>
            </a:lvl1pPr>
          </a:lstStyle>
          <a:p>
            <a:fld id="{AAEAE4A8-A6E5-453E-B946-FB774B73F48C}" type="slidenum">
              <a:rPr lang="en-US" smtClean="0"/>
              <a:pPr/>
              <a:t>‹#›</a:t>
            </a:fld>
            <a:endParaRPr lang="en-US" dirty="0"/>
          </a:p>
        </p:txBody>
      </p:sp>
      <p:sp>
        <p:nvSpPr>
          <p:cNvPr id="17" name="Footer Placeholder 4">
            <a:extLst>
              <a:ext uri="{FF2B5EF4-FFF2-40B4-BE49-F238E27FC236}">
                <a16:creationId xmlns:a16="http://schemas.microsoft.com/office/drawing/2014/main" id="{A583352B-64D3-C6FC-B554-91866CBEBCC2}"/>
              </a:ext>
            </a:extLst>
          </p:cNvPr>
          <p:cNvSpPr>
            <a:spLocks noGrp="1"/>
          </p:cNvSpPr>
          <p:nvPr>
            <p:ph type="ftr" sz="quarter" idx="3"/>
          </p:nvPr>
        </p:nvSpPr>
        <p:spPr>
          <a:xfrm rot="16200000">
            <a:off x="-1829595" y="2591593"/>
            <a:ext cx="4419600" cy="760414"/>
          </a:xfrm>
          <a:prstGeom prst="rect">
            <a:avLst/>
          </a:prstGeom>
        </p:spPr>
        <p:txBody>
          <a:bodyPr vert="horz" lIns="91440" tIns="45720" rIns="91440" bIns="45720" rtlCol="0" anchor="ctr"/>
          <a:lstStyle>
            <a:lvl1pPr algn="ctr">
              <a:defRPr lang="en-US" sz="1400" b="0" kern="1200" spc="100" baseline="0" dirty="0">
                <a:solidFill>
                  <a:schemeClr val="tx1"/>
                </a:solidFill>
                <a:latin typeface="+mn-lt"/>
                <a:ea typeface="+mn-ea"/>
                <a:cs typeface="+mn-cs"/>
              </a:defRPr>
            </a:lvl1pPr>
          </a:lstStyle>
          <a:p>
            <a:endParaRPr lang="en-US" dirty="0"/>
          </a:p>
        </p:txBody>
      </p:sp>
      <p:sp>
        <p:nvSpPr>
          <p:cNvPr id="6" name="Date Placeholder 3">
            <a:extLst>
              <a:ext uri="{FF2B5EF4-FFF2-40B4-BE49-F238E27FC236}">
                <a16:creationId xmlns:a16="http://schemas.microsoft.com/office/drawing/2014/main" id="{647C9D80-85BC-5E0B-E24A-6217CFE72A9F}"/>
              </a:ext>
            </a:extLst>
          </p:cNvPr>
          <p:cNvSpPr>
            <a:spLocks noGrp="1"/>
          </p:cNvSpPr>
          <p:nvPr>
            <p:ph type="dt" sz="half" idx="2"/>
          </p:nvPr>
        </p:nvSpPr>
        <p:spPr>
          <a:xfrm rot="16200000">
            <a:off x="-229393" y="5258593"/>
            <a:ext cx="1219200" cy="760414"/>
          </a:xfrm>
          <a:prstGeom prst="rect">
            <a:avLst/>
          </a:prstGeom>
        </p:spPr>
        <p:txBody>
          <a:bodyPr vert="horz" lIns="91440" tIns="45720" rIns="91440" bIns="45720" rtlCol="0" anchor="ctr"/>
          <a:lstStyle>
            <a:lvl1pPr algn="l">
              <a:defRPr sz="1400" b="0" spc="100" baseline="0">
                <a:solidFill>
                  <a:schemeClr val="tx1"/>
                </a:solidFill>
              </a:defRPr>
            </a:lvl1pPr>
          </a:lstStyle>
          <a:p>
            <a:endParaRPr lang="en-US" dirty="0"/>
          </a:p>
        </p:txBody>
      </p:sp>
      <p:sp>
        <p:nvSpPr>
          <p:cNvPr id="12" name="Content Placeholder 2">
            <a:extLst>
              <a:ext uri="{FF2B5EF4-FFF2-40B4-BE49-F238E27FC236}">
                <a16:creationId xmlns:a16="http://schemas.microsoft.com/office/drawing/2014/main" id="{20038AE2-F2EF-FEA5-D6B4-5C539A25221E}"/>
              </a:ext>
            </a:extLst>
          </p:cNvPr>
          <p:cNvSpPr>
            <a:spLocks noGrp="1"/>
          </p:cNvSpPr>
          <p:nvPr>
            <p:ph idx="1"/>
          </p:nvPr>
        </p:nvSpPr>
        <p:spPr>
          <a:xfrm>
            <a:off x="1311274" y="2286000"/>
            <a:ext cx="4572000" cy="3962400"/>
          </a:xfrm>
        </p:spPr>
        <p:txBody>
          <a:bodyPr>
            <a:normAutofit/>
          </a:bodyPr>
          <a:lstStyle>
            <a:lvl1pPr marL="331470" indent="-285750">
              <a:lnSpc>
                <a:spcPct val="110000"/>
              </a:lnSpc>
              <a:buFont typeface="Arial" panose="020B0604020202020204" pitchFamily="34" charset="0"/>
              <a:buChar char="•"/>
              <a:defRPr lang="en-US" sz="1800" kern="1200" dirty="0">
                <a:solidFill>
                  <a:schemeClr val="tx1">
                    <a:lumMod val="85000"/>
                    <a:lumOff val="15000"/>
                  </a:schemeClr>
                </a:solidFill>
                <a:latin typeface="+mn-lt"/>
                <a:ea typeface="+mn-lt"/>
                <a:cs typeface="+mn-lt"/>
              </a:defRPr>
            </a:lvl1pPr>
            <a:lvl2pPr marL="651510" indent="-285750">
              <a:lnSpc>
                <a:spcPct val="110000"/>
              </a:lnSpc>
              <a:buFont typeface="Arial" panose="020B0604020202020204" pitchFamily="34" charset="0"/>
              <a:buChar char="•"/>
              <a:defRPr lang="en-US" sz="1800" kern="1200" dirty="0">
                <a:solidFill>
                  <a:schemeClr val="tx1">
                    <a:lumMod val="85000"/>
                    <a:lumOff val="15000"/>
                  </a:schemeClr>
                </a:solidFill>
                <a:latin typeface="+mn-lt"/>
                <a:ea typeface="+mn-lt"/>
                <a:cs typeface="+mn-lt"/>
              </a:defRPr>
            </a:lvl2pPr>
            <a:lvl3pPr marL="880110" indent="-285750">
              <a:lnSpc>
                <a:spcPct val="110000"/>
              </a:lnSpc>
              <a:buFont typeface="Arial" panose="020B0604020202020204" pitchFamily="34" charset="0"/>
              <a:buChar char="•"/>
              <a:defRPr lang="en-US" sz="1800" kern="1200" dirty="0">
                <a:solidFill>
                  <a:schemeClr val="tx1">
                    <a:lumMod val="85000"/>
                    <a:lumOff val="15000"/>
                  </a:schemeClr>
                </a:solidFill>
                <a:latin typeface="+mn-lt"/>
                <a:ea typeface="+mn-lt"/>
                <a:cs typeface="+mn-lt"/>
              </a:defRPr>
            </a:lvl3pPr>
            <a:lvl4pPr marL="1062990" indent="-285750">
              <a:lnSpc>
                <a:spcPct val="110000"/>
              </a:lnSpc>
              <a:buFont typeface="Arial" panose="020B0604020202020204" pitchFamily="34" charset="0"/>
              <a:buChar char="•"/>
              <a:defRPr lang="en-US" sz="1800" kern="1200" dirty="0">
                <a:solidFill>
                  <a:schemeClr val="tx1">
                    <a:lumMod val="85000"/>
                    <a:lumOff val="15000"/>
                  </a:schemeClr>
                </a:solidFill>
                <a:latin typeface="+mn-lt"/>
                <a:ea typeface="+mn-lt"/>
                <a:cs typeface="+mn-lt"/>
              </a:defRPr>
            </a:lvl4pPr>
            <a:lvl5pPr marL="1245870" indent="-285750">
              <a:lnSpc>
                <a:spcPct val="110000"/>
              </a:lnSpc>
              <a:buFont typeface="Arial" panose="020B0604020202020204" pitchFamily="34" charset="0"/>
              <a:buChar char="•"/>
              <a:defRPr sz="1800" kern="1200" dirty="0">
                <a:solidFill>
                  <a:schemeClr val="tx1">
                    <a:lumMod val="85000"/>
                    <a:lumOff val="15000"/>
                  </a:schemeClr>
                </a:solidFill>
                <a:latin typeface="+mn-lt"/>
                <a:ea typeface="+mn-lt"/>
                <a:cs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3" name="Content Placeholder 12">
            <a:extLst>
              <a:ext uri="{FF2B5EF4-FFF2-40B4-BE49-F238E27FC236}">
                <a16:creationId xmlns:a16="http://schemas.microsoft.com/office/drawing/2014/main" id="{120B2A3A-FF4C-298C-0165-DB61E8935F68}"/>
              </a:ext>
            </a:extLst>
          </p:cNvPr>
          <p:cNvSpPr>
            <a:spLocks noGrp="1"/>
          </p:cNvSpPr>
          <p:nvPr>
            <p:ph sz="quarter" idx="15"/>
          </p:nvPr>
        </p:nvSpPr>
        <p:spPr>
          <a:xfrm>
            <a:off x="6094413" y="2286000"/>
            <a:ext cx="5562600" cy="3962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89328874"/>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and Table">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6C13E5D-0B96-580C-032F-0323F5B935D3}"/>
              </a:ext>
            </a:extLst>
          </p:cNvPr>
          <p:cNvSpPr/>
          <p:nvPr userDrawn="1"/>
        </p:nvSpPr>
        <p:spPr>
          <a:xfrm>
            <a:off x="0" y="0"/>
            <a:ext cx="760412" cy="6858000"/>
          </a:xfrm>
          <a:prstGeom prst="rect">
            <a:avLst/>
          </a:prstGeom>
          <a:solidFill>
            <a:schemeClr val="bg1"/>
          </a:solidFill>
          <a:ln>
            <a:noFill/>
          </a:ln>
          <a:effectLst>
            <a:outerShdw blurRad="127000" sx="102000" sy="102000" algn="ctr" rotWithShape="0">
              <a:prstClr val="black">
                <a:alpha val="10000"/>
              </a:prstClr>
            </a:outerShdw>
          </a:effectLst>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4" name="Title 1">
            <a:extLst>
              <a:ext uri="{FF2B5EF4-FFF2-40B4-BE49-F238E27FC236}">
                <a16:creationId xmlns:a16="http://schemas.microsoft.com/office/drawing/2014/main" id="{E33374C0-ECC0-0DB1-D167-0EF643B5A1E0}"/>
              </a:ext>
            </a:extLst>
          </p:cNvPr>
          <p:cNvSpPr>
            <a:spLocks noGrp="1"/>
          </p:cNvSpPr>
          <p:nvPr>
            <p:ph type="title"/>
          </p:nvPr>
        </p:nvSpPr>
        <p:spPr>
          <a:xfrm>
            <a:off x="1293812" y="609600"/>
            <a:ext cx="4914900" cy="1447800"/>
          </a:xfrm>
        </p:spPr>
        <p:txBody>
          <a:bodyPr anchor="t">
            <a:normAutofit/>
          </a:bodyPr>
          <a:lstStyle>
            <a:lvl1pPr>
              <a:defRPr sz="3200" b="1" kern="1200" dirty="0">
                <a:solidFill>
                  <a:schemeClr val="tx1">
                    <a:lumMod val="85000"/>
                    <a:lumOff val="15000"/>
                  </a:schemeClr>
                </a:solidFill>
                <a:latin typeface="+mj-lt"/>
                <a:ea typeface="+mj-ea"/>
                <a:cs typeface="+mj-cs"/>
              </a:defRPr>
            </a:lvl1pPr>
          </a:lstStyle>
          <a:p>
            <a:r>
              <a:rPr lang="en-US"/>
              <a:t>Click to edit Master title style</a:t>
            </a:r>
            <a:endParaRPr dirty="0"/>
          </a:p>
        </p:txBody>
      </p:sp>
      <p:sp>
        <p:nvSpPr>
          <p:cNvPr id="3" name="Slide Number Placeholder 5">
            <a:extLst>
              <a:ext uri="{FF2B5EF4-FFF2-40B4-BE49-F238E27FC236}">
                <a16:creationId xmlns:a16="http://schemas.microsoft.com/office/drawing/2014/main" id="{FC465CD4-231A-6C85-3D9B-E21738DB5460}"/>
              </a:ext>
            </a:extLst>
          </p:cNvPr>
          <p:cNvSpPr>
            <a:spLocks noGrp="1"/>
          </p:cNvSpPr>
          <p:nvPr>
            <p:ph type="sldNum" sz="quarter" idx="12"/>
          </p:nvPr>
        </p:nvSpPr>
        <p:spPr>
          <a:xfrm>
            <a:off x="1" y="609600"/>
            <a:ext cx="760412" cy="381000"/>
          </a:xfrm>
        </p:spPr>
        <p:txBody>
          <a:bodyPr/>
          <a:lstStyle>
            <a:lvl1pPr algn="ctr">
              <a:defRPr sz="2400" b="1"/>
            </a:lvl1pPr>
          </a:lstStyle>
          <a:p>
            <a:fld id="{AAEAE4A8-A6E5-453E-B946-FB774B73F48C}" type="slidenum">
              <a:rPr lang="en-US" smtClean="0"/>
              <a:pPr/>
              <a:t>‹#›</a:t>
            </a:fld>
            <a:endParaRPr lang="en-US" dirty="0"/>
          </a:p>
        </p:txBody>
      </p:sp>
      <p:sp>
        <p:nvSpPr>
          <p:cNvPr id="17" name="Footer Placeholder 4">
            <a:extLst>
              <a:ext uri="{FF2B5EF4-FFF2-40B4-BE49-F238E27FC236}">
                <a16:creationId xmlns:a16="http://schemas.microsoft.com/office/drawing/2014/main" id="{A583352B-64D3-C6FC-B554-91866CBEBCC2}"/>
              </a:ext>
            </a:extLst>
          </p:cNvPr>
          <p:cNvSpPr>
            <a:spLocks noGrp="1"/>
          </p:cNvSpPr>
          <p:nvPr>
            <p:ph type="ftr" sz="quarter" idx="3"/>
          </p:nvPr>
        </p:nvSpPr>
        <p:spPr>
          <a:xfrm rot="16200000">
            <a:off x="-1829595" y="2591593"/>
            <a:ext cx="4419600" cy="760414"/>
          </a:xfrm>
          <a:prstGeom prst="rect">
            <a:avLst/>
          </a:prstGeom>
        </p:spPr>
        <p:txBody>
          <a:bodyPr vert="horz" lIns="91440" tIns="45720" rIns="91440" bIns="45720" rtlCol="0" anchor="ctr"/>
          <a:lstStyle>
            <a:lvl1pPr algn="ctr">
              <a:defRPr lang="en-US" sz="1400" b="0" kern="1200" spc="100" baseline="0" dirty="0">
                <a:solidFill>
                  <a:schemeClr val="tx1"/>
                </a:solidFill>
                <a:latin typeface="+mn-lt"/>
                <a:ea typeface="+mn-ea"/>
                <a:cs typeface="+mn-cs"/>
              </a:defRPr>
            </a:lvl1pPr>
          </a:lstStyle>
          <a:p>
            <a:endParaRPr lang="en-US" dirty="0"/>
          </a:p>
        </p:txBody>
      </p:sp>
      <p:sp>
        <p:nvSpPr>
          <p:cNvPr id="6" name="Date Placeholder 3">
            <a:extLst>
              <a:ext uri="{FF2B5EF4-FFF2-40B4-BE49-F238E27FC236}">
                <a16:creationId xmlns:a16="http://schemas.microsoft.com/office/drawing/2014/main" id="{647C9D80-85BC-5E0B-E24A-6217CFE72A9F}"/>
              </a:ext>
            </a:extLst>
          </p:cNvPr>
          <p:cNvSpPr>
            <a:spLocks noGrp="1"/>
          </p:cNvSpPr>
          <p:nvPr>
            <p:ph type="dt" sz="half" idx="2"/>
          </p:nvPr>
        </p:nvSpPr>
        <p:spPr>
          <a:xfrm rot="16200000">
            <a:off x="-229393" y="5258593"/>
            <a:ext cx="1219200" cy="760414"/>
          </a:xfrm>
          <a:prstGeom prst="rect">
            <a:avLst/>
          </a:prstGeom>
        </p:spPr>
        <p:txBody>
          <a:bodyPr vert="horz" lIns="91440" tIns="45720" rIns="91440" bIns="45720" rtlCol="0" anchor="ctr"/>
          <a:lstStyle>
            <a:lvl1pPr algn="l">
              <a:defRPr sz="1400" b="0" spc="100" baseline="0">
                <a:solidFill>
                  <a:schemeClr val="tx1"/>
                </a:solidFill>
              </a:defRPr>
            </a:lvl1pPr>
          </a:lstStyle>
          <a:p>
            <a:endParaRPr lang="en-US" dirty="0"/>
          </a:p>
        </p:txBody>
      </p:sp>
      <p:sp>
        <p:nvSpPr>
          <p:cNvPr id="12" name="Content Placeholder 2">
            <a:extLst>
              <a:ext uri="{FF2B5EF4-FFF2-40B4-BE49-F238E27FC236}">
                <a16:creationId xmlns:a16="http://schemas.microsoft.com/office/drawing/2014/main" id="{20038AE2-F2EF-FEA5-D6B4-5C539A25221E}"/>
              </a:ext>
            </a:extLst>
          </p:cNvPr>
          <p:cNvSpPr>
            <a:spLocks noGrp="1"/>
          </p:cNvSpPr>
          <p:nvPr>
            <p:ph idx="1"/>
          </p:nvPr>
        </p:nvSpPr>
        <p:spPr>
          <a:xfrm>
            <a:off x="1311274" y="2286000"/>
            <a:ext cx="4572000" cy="3962400"/>
          </a:xfrm>
        </p:spPr>
        <p:txBody>
          <a:bodyPr>
            <a:normAutofit/>
          </a:bodyPr>
          <a:lstStyle>
            <a:lvl1pPr marL="45720" indent="0">
              <a:lnSpc>
                <a:spcPct val="110000"/>
              </a:lnSpc>
              <a:buNone/>
              <a:defRPr lang="en-US" sz="1800" b="1" kern="1200" dirty="0">
                <a:solidFill>
                  <a:schemeClr val="tx1">
                    <a:lumMod val="85000"/>
                    <a:lumOff val="15000"/>
                  </a:schemeClr>
                </a:solidFill>
                <a:latin typeface="+mn-lt"/>
                <a:ea typeface="+mn-lt"/>
                <a:cs typeface="+mn-lt"/>
              </a:defRPr>
            </a:lvl1pPr>
            <a:lvl2pPr marL="331470" indent="-285750">
              <a:lnSpc>
                <a:spcPct val="110000"/>
              </a:lnSpc>
              <a:spcBef>
                <a:spcPts val="1800"/>
              </a:spcBef>
              <a:buFont typeface="Arial" panose="020B0604020202020204" pitchFamily="34" charset="0"/>
              <a:buChar char="•"/>
              <a:defRPr lang="en-US" sz="1800" kern="1200" dirty="0">
                <a:solidFill>
                  <a:schemeClr val="tx1">
                    <a:lumMod val="85000"/>
                    <a:lumOff val="15000"/>
                  </a:schemeClr>
                </a:solidFill>
                <a:latin typeface="+mn-lt"/>
                <a:ea typeface="+mn-lt"/>
                <a:cs typeface="+mn-lt"/>
              </a:defRPr>
            </a:lvl2pPr>
            <a:lvl3pPr marL="594360" indent="-228600">
              <a:lnSpc>
                <a:spcPct val="110000"/>
              </a:lnSpc>
              <a:buFont typeface="Arial" panose="020B0604020202020204" pitchFamily="34" charset="0"/>
              <a:buChar char="•"/>
              <a:defRPr lang="en-US" sz="1800" kern="1200" dirty="0">
                <a:solidFill>
                  <a:schemeClr val="tx1">
                    <a:lumMod val="85000"/>
                    <a:lumOff val="15000"/>
                  </a:schemeClr>
                </a:solidFill>
                <a:latin typeface="+mn-lt"/>
                <a:ea typeface="+mn-lt"/>
                <a:cs typeface="+mn-lt"/>
              </a:defRPr>
            </a:lvl3pPr>
            <a:lvl4pPr marL="777240" indent="-228600">
              <a:lnSpc>
                <a:spcPct val="110000"/>
              </a:lnSpc>
              <a:buFont typeface="Arial" panose="020B0604020202020204" pitchFamily="34" charset="0"/>
              <a:buChar char="•"/>
              <a:defRPr lang="en-US" sz="1800" kern="1200" dirty="0">
                <a:solidFill>
                  <a:schemeClr val="tx1">
                    <a:lumMod val="85000"/>
                    <a:lumOff val="15000"/>
                  </a:schemeClr>
                </a:solidFill>
                <a:latin typeface="+mn-lt"/>
                <a:ea typeface="+mn-lt"/>
                <a:cs typeface="+mn-lt"/>
              </a:defRPr>
            </a:lvl4pPr>
            <a:lvl5pPr marL="960120" indent="-228600">
              <a:lnSpc>
                <a:spcPct val="110000"/>
              </a:lnSpc>
              <a:buFont typeface="Arial" panose="020B0604020202020204" pitchFamily="34" charset="0"/>
              <a:buChar char="•"/>
              <a:defRPr sz="1800" kern="1200" dirty="0">
                <a:solidFill>
                  <a:schemeClr val="tx1">
                    <a:lumMod val="85000"/>
                    <a:lumOff val="15000"/>
                  </a:schemeClr>
                </a:solidFill>
                <a:latin typeface="+mn-lt"/>
                <a:ea typeface="+mn-lt"/>
                <a:cs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9" name="Table Placeholder 8">
            <a:extLst>
              <a:ext uri="{FF2B5EF4-FFF2-40B4-BE49-F238E27FC236}">
                <a16:creationId xmlns:a16="http://schemas.microsoft.com/office/drawing/2014/main" id="{6EA47FDD-142D-1BE6-8057-A6CC1A71222C}"/>
              </a:ext>
            </a:extLst>
          </p:cNvPr>
          <p:cNvSpPr>
            <a:spLocks noGrp="1"/>
          </p:cNvSpPr>
          <p:nvPr>
            <p:ph type="tbl" sz="quarter" idx="13"/>
          </p:nvPr>
        </p:nvSpPr>
        <p:spPr>
          <a:xfrm>
            <a:off x="6094413" y="2286000"/>
            <a:ext cx="5558794" cy="3962400"/>
          </a:xfrm>
        </p:spPr>
        <p:txBody>
          <a:bodyPr/>
          <a:lstStyle>
            <a:lvl1pPr marL="45720" indent="0">
              <a:buNone/>
              <a:defRPr/>
            </a:lvl1pPr>
          </a:lstStyle>
          <a:p>
            <a:r>
              <a:rPr lang="en-US"/>
              <a:t>Click icon to add table</a:t>
            </a:r>
            <a:endParaRPr lang="en-US" dirty="0"/>
          </a:p>
        </p:txBody>
      </p:sp>
    </p:spTree>
    <p:extLst>
      <p:ext uri="{BB962C8B-B14F-4D97-AF65-F5344CB8AC3E}">
        <p14:creationId xmlns:p14="http://schemas.microsoft.com/office/powerpoint/2010/main" val="2050394688"/>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able">
    <p:bg>
      <p:bgRef idx="1001">
        <a:schemeClr val="bg1"/>
      </p:bgRef>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BE2E1990-ECE7-FA08-4966-BE3109399672}"/>
              </a:ext>
            </a:extLst>
          </p:cNvPr>
          <p:cNvSpPr/>
          <p:nvPr userDrawn="1"/>
        </p:nvSpPr>
        <p:spPr>
          <a:xfrm>
            <a:off x="7026044" y="0"/>
            <a:ext cx="4461334" cy="1981200"/>
          </a:xfrm>
          <a:custGeom>
            <a:avLst/>
            <a:gdLst>
              <a:gd name="connsiteX0" fmla="*/ 0 w 4461334"/>
              <a:gd name="connsiteY0" fmla="*/ 0 h 1981200"/>
              <a:gd name="connsiteX1" fmla="*/ 4461334 w 4461334"/>
              <a:gd name="connsiteY1" fmla="*/ 0 h 1981200"/>
              <a:gd name="connsiteX2" fmla="*/ 4432897 w 4461334"/>
              <a:gd name="connsiteY2" fmla="*/ 186331 h 1981200"/>
              <a:gd name="connsiteX3" fmla="*/ 2230667 w 4461334"/>
              <a:gd name="connsiteY3" fmla="*/ 1981200 h 1981200"/>
              <a:gd name="connsiteX4" fmla="*/ 28437 w 4461334"/>
              <a:gd name="connsiteY4" fmla="*/ 186331 h 1981200"/>
              <a:gd name="connsiteX5" fmla="*/ 0 w 4461334"/>
              <a:gd name="connsiteY5" fmla="*/ 0 h 1981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61334" h="1981200">
                <a:moveTo>
                  <a:pt x="0" y="0"/>
                </a:moveTo>
                <a:lnTo>
                  <a:pt x="4461334" y="0"/>
                </a:lnTo>
                <a:lnTo>
                  <a:pt x="4432897" y="186331"/>
                </a:lnTo>
                <a:cubicBezTo>
                  <a:pt x="4223288" y="1210661"/>
                  <a:pt x="3316962" y="1981200"/>
                  <a:pt x="2230667" y="1981200"/>
                </a:cubicBezTo>
                <a:cubicBezTo>
                  <a:pt x="1144372" y="1981200"/>
                  <a:pt x="238046" y="1210661"/>
                  <a:pt x="28437" y="186331"/>
                </a:cubicBezTo>
                <a:lnTo>
                  <a:pt x="0" y="0"/>
                </a:lnTo>
                <a:close/>
              </a:path>
            </a:pathLst>
          </a:cu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lvl="0" algn="ctr"/>
            <a:endParaRPr lang="en-US" dirty="0"/>
          </a:p>
        </p:txBody>
      </p:sp>
      <p:sp>
        <p:nvSpPr>
          <p:cNvPr id="3" name="Rectangle 2">
            <a:extLst>
              <a:ext uri="{FF2B5EF4-FFF2-40B4-BE49-F238E27FC236}">
                <a16:creationId xmlns:a16="http://schemas.microsoft.com/office/drawing/2014/main" id="{BE1D9EB0-EE8E-A9E8-9583-2D924EFA65AF}"/>
              </a:ext>
            </a:extLst>
          </p:cNvPr>
          <p:cNvSpPr/>
          <p:nvPr userDrawn="1"/>
        </p:nvSpPr>
        <p:spPr>
          <a:xfrm>
            <a:off x="0" y="0"/>
            <a:ext cx="760412" cy="6858000"/>
          </a:xfrm>
          <a:prstGeom prst="rect">
            <a:avLst/>
          </a:prstGeom>
          <a:solidFill>
            <a:schemeClr val="bg1"/>
          </a:solidFill>
          <a:ln>
            <a:noFill/>
          </a:ln>
          <a:effectLst>
            <a:outerShdw blurRad="127000" sx="102000" sy="102000" algn="ctr" rotWithShape="0">
              <a:prstClr val="black">
                <a:alpha val="10000"/>
              </a:prstClr>
            </a:outerShdw>
          </a:effectLst>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7" name="Title 1">
            <a:extLst>
              <a:ext uri="{FF2B5EF4-FFF2-40B4-BE49-F238E27FC236}">
                <a16:creationId xmlns:a16="http://schemas.microsoft.com/office/drawing/2014/main" id="{FAC00260-F255-D312-3E7C-329EECDFDEE7}"/>
              </a:ext>
            </a:extLst>
          </p:cNvPr>
          <p:cNvSpPr>
            <a:spLocks noGrp="1"/>
          </p:cNvSpPr>
          <p:nvPr>
            <p:ph type="title"/>
          </p:nvPr>
        </p:nvSpPr>
        <p:spPr>
          <a:xfrm>
            <a:off x="1293812" y="609600"/>
            <a:ext cx="4914900" cy="1447800"/>
          </a:xfrm>
        </p:spPr>
        <p:txBody>
          <a:bodyPr anchor="t">
            <a:normAutofit/>
          </a:bodyPr>
          <a:lstStyle>
            <a:lvl1pPr>
              <a:defRPr sz="3200" b="1" kern="1200" dirty="0">
                <a:solidFill>
                  <a:schemeClr val="tx1">
                    <a:lumMod val="85000"/>
                    <a:lumOff val="15000"/>
                  </a:schemeClr>
                </a:solidFill>
                <a:latin typeface="+mj-lt"/>
                <a:ea typeface="+mj-ea"/>
                <a:cs typeface="+mj-cs"/>
              </a:defRPr>
            </a:lvl1pPr>
          </a:lstStyle>
          <a:p>
            <a:r>
              <a:rPr lang="en-US"/>
              <a:t>Click to edit Master title style</a:t>
            </a:r>
            <a:endParaRPr dirty="0"/>
          </a:p>
        </p:txBody>
      </p:sp>
      <p:sp>
        <p:nvSpPr>
          <p:cNvPr id="6" name="Slide Number Placeholder 5">
            <a:extLst>
              <a:ext uri="{FF2B5EF4-FFF2-40B4-BE49-F238E27FC236}">
                <a16:creationId xmlns:a16="http://schemas.microsoft.com/office/drawing/2014/main" id="{3C9C7904-6373-06D6-713A-79D78DD61545}"/>
              </a:ext>
            </a:extLst>
          </p:cNvPr>
          <p:cNvSpPr>
            <a:spLocks noGrp="1"/>
          </p:cNvSpPr>
          <p:nvPr>
            <p:ph type="sldNum" sz="quarter" idx="12"/>
          </p:nvPr>
        </p:nvSpPr>
        <p:spPr>
          <a:xfrm>
            <a:off x="1" y="609600"/>
            <a:ext cx="760412" cy="381000"/>
          </a:xfrm>
        </p:spPr>
        <p:txBody>
          <a:bodyPr/>
          <a:lstStyle>
            <a:lvl1pPr algn="ctr">
              <a:defRPr sz="2400" b="1"/>
            </a:lvl1pPr>
          </a:lstStyle>
          <a:p>
            <a:fld id="{AAEAE4A8-A6E5-453E-B946-FB774B73F48C}" type="slidenum">
              <a:rPr lang="en-US" smtClean="0"/>
              <a:pPr/>
              <a:t>‹#›</a:t>
            </a:fld>
            <a:endParaRPr lang="en-US" dirty="0"/>
          </a:p>
        </p:txBody>
      </p:sp>
      <p:sp>
        <p:nvSpPr>
          <p:cNvPr id="16" name="Footer Placeholder 4">
            <a:extLst>
              <a:ext uri="{FF2B5EF4-FFF2-40B4-BE49-F238E27FC236}">
                <a16:creationId xmlns:a16="http://schemas.microsoft.com/office/drawing/2014/main" id="{0583D396-7FDF-332F-BEA4-791452AB13E8}"/>
              </a:ext>
            </a:extLst>
          </p:cNvPr>
          <p:cNvSpPr>
            <a:spLocks noGrp="1"/>
          </p:cNvSpPr>
          <p:nvPr>
            <p:ph type="ftr" sz="quarter" idx="3"/>
          </p:nvPr>
        </p:nvSpPr>
        <p:spPr>
          <a:xfrm rot="16200000">
            <a:off x="-1829595" y="2591593"/>
            <a:ext cx="4419600" cy="760414"/>
          </a:xfrm>
          <a:prstGeom prst="rect">
            <a:avLst/>
          </a:prstGeom>
        </p:spPr>
        <p:txBody>
          <a:bodyPr vert="horz" lIns="91440" tIns="45720" rIns="91440" bIns="45720" rtlCol="0" anchor="ctr"/>
          <a:lstStyle>
            <a:lvl1pPr algn="ctr">
              <a:defRPr lang="en-US" sz="1400" b="0" kern="1200" spc="100" baseline="0" dirty="0">
                <a:solidFill>
                  <a:schemeClr val="tx1"/>
                </a:solidFill>
                <a:latin typeface="+mn-lt"/>
                <a:ea typeface="+mn-ea"/>
                <a:cs typeface="+mn-cs"/>
              </a:defRPr>
            </a:lvl1pPr>
          </a:lstStyle>
          <a:p>
            <a:endParaRPr lang="en-US" dirty="0"/>
          </a:p>
        </p:txBody>
      </p:sp>
      <p:sp>
        <p:nvSpPr>
          <p:cNvPr id="8" name="Date Placeholder 3">
            <a:extLst>
              <a:ext uri="{FF2B5EF4-FFF2-40B4-BE49-F238E27FC236}">
                <a16:creationId xmlns:a16="http://schemas.microsoft.com/office/drawing/2014/main" id="{157FA249-0BE5-21BF-D816-85FBE6C4BD10}"/>
              </a:ext>
            </a:extLst>
          </p:cNvPr>
          <p:cNvSpPr>
            <a:spLocks noGrp="1"/>
          </p:cNvSpPr>
          <p:nvPr>
            <p:ph type="dt" sz="half" idx="2"/>
          </p:nvPr>
        </p:nvSpPr>
        <p:spPr>
          <a:xfrm rot="16200000">
            <a:off x="-229393" y="5258593"/>
            <a:ext cx="1219200" cy="760414"/>
          </a:xfrm>
          <a:prstGeom prst="rect">
            <a:avLst/>
          </a:prstGeom>
        </p:spPr>
        <p:txBody>
          <a:bodyPr vert="horz" lIns="91440" tIns="45720" rIns="91440" bIns="45720" rtlCol="0" anchor="ctr"/>
          <a:lstStyle>
            <a:lvl1pPr algn="l">
              <a:defRPr sz="1400" b="0" spc="100" baseline="0">
                <a:solidFill>
                  <a:schemeClr val="tx1"/>
                </a:solidFill>
              </a:defRPr>
            </a:lvl1pPr>
          </a:lstStyle>
          <a:p>
            <a:endParaRPr lang="en-US" dirty="0"/>
          </a:p>
        </p:txBody>
      </p:sp>
      <p:sp>
        <p:nvSpPr>
          <p:cNvPr id="4" name="Table Placeholder 3">
            <a:extLst>
              <a:ext uri="{FF2B5EF4-FFF2-40B4-BE49-F238E27FC236}">
                <a16:creationId xmlns:a16="http://schemas.microsoft.com/office/drawing/2014/main" id="{FD06F443-9595-7420-13F2-7AF883FDE5E1}"/>
              </a:ext>
            </a:extLst>
          </p:cNvPr>
          <p:cNvSpPr>
            <a:spLocks noGrp="1"/>
          </p:cNvSpPr>
          <p:nvPr>
            <p:ph type="tbl" sz="quarter" idx="14"/>
          </p:nvPr>
        </p:nvSpPr>
        <p:spPr>
          <a:xfrm>
            <a:off x="1293811" y="2743200"/>
            <a:ext cx="10134601" cy="3505200"/>
          </a:xfrm>
        </p:spPr>
        <p:txBody>
          <a:bodyPr/>
          <a:lstStyle>
            <a:lvl1pPr>
              <a:defRPr>
                <a:solidFill>
                  <a:schemeClr val="tx1">
                    <a:lumMod val="85000"/>
                    <a:lumOff val="15000"/>
                  </a:schemeClr>
                </a:solidFill>
              </a:defRPr>
            </a:lvl1pPr>
          </a:lstStyle>
          <a:p>
            <a:r>
              <a:rPr lang="en-US"/>
              <a:t>Click icon to add table</a:t>
            </a:r>
            <a:endParaRPr lang="en-US" dirty="0"/>
          </a:p>
        </p:txBody>
      </p:sp>
    </p:spTree>
    <p:extLst>
      <p:ext uri="{BB962C8B-B14F-4D97-AF65-F5344CB8AC3E}">
        <p14:creationId xmlns:p14="http://schemas.microsoft.com/office/powerpoint/2010/main" val="700917186"/>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1">
    <p:bg>
      <p:bgRef idx="1001">
        <a:schemeClr val="bg1"/>
      </p:bgRef>
    </p:bg>
    <p:spTree>
      <p:nvGrpSpPr>
        <p:cNvPr id="1" name=""/>
        <p:cNvGrpSpPr/>
        <p:nvPr/>
      </p:nvGrpSpPr>
      <p:grpSpPr>
        <a:xfrm>
          <a:off x="0" y="0"/>
          <a:ext cx="0" cy="0"/>
          <a:chOff x="0" y="0"/>
          <a:chExt cx="0" cy="0"/>
        </a:xfrm>
      </p:grpSpPr>
      <p:sp>
        <p:nvSpPr>
          <p:cNvPr id="17" name="Freeform: Shape 16">
            <a:extLst>
              <a:ext uri="{FF2B5EF4-FFF2-40B4-BE49-F238E27FC236}">
                <a16:creationId xmlns:a16="http://schemas.microsoft.com/office/drawing/2014/main" id="{B6A45E1A-7551-6F54-D038-074B58A3B73E}"/>
              </a:ext>
            </a:extLst>
          </p:cNvPr>
          <p:cNvSpPr/>
          <p:nvPr userDrawn="1"/>
        </p:nvSpPr>
        <p:spPr>
          <a:xfrm>
            <a:off x="7026044" y="0"/>
            <a:ext cx="4461334" cy="1981200"/>
          </a:xfrm>
          <a:custGeom>
            <a:avLst/>
            <a:gdLst>
              <a:gd name="connsiteX0" fmla="*/ 0 w 4461334"/>
              <a:gd name="connsiteY0" fmla="*/ 0 h 1981200"/>
              <a:gd name="connsiteX1" fmla="*/ 4461334 w 4461334"/>
              <a:gd name="connsiteY1" fmla="*/ 0 h 1981200"/>
              <a:gd name="connsiteX2" fmla="*/ 4432897 w 4461334"/>
              <a:gd name="connsiteY2" fmla="*/ 186331 h 1981200"/>
              <a:gd name="connsiteX3" fmla="*/ 2230667 w 4461334"/>
              <a:gd name="connsiteY3" fmla="*/ 1981200 h 1981200"/>
              <a:gd name="connsiteX4" fmla="*/ 28437 w 4461334"/>
              <a:gd name="connsiteY4" fmla="*/ 186331 h 1981200"/>
              <a:gd name="connsiteX5" fmla="*/ 0 w 4461334"/>
              <a:gd name="connsiteY5" fmla="*/ 0 h 1981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61334" h="1981200">
                <a:moveTo>
                  <a:pt x="0" y="0"/>
                </a:moveTo>
                <a:lnTo>
                  <a:pt x="4461334" y="0"/>
                </a:lnTo>
                <a:lnTo>
                  <a:pt x="4432897" y="186331"/>
                </a:lnTo>
                <a:cubicBezTo>
                  <a:pt x="4223288" y="1210661"/>
                  <a:pt x="3316962" y="1981200"/>
                  <a:pt x="2230667" y="1981200"/>
                </a:cubicBezTo>
                <a:cubicBezTo>
                  <a:pt x="1144372" y="1981200"/>
                  <a:pt x="238046" y="1210661"/>
                  <a:pt x="28437" y="186331"/>
                </a:cubicBezTo>
                <a:lnTo>
                  <a:pt x="0" y="0"/>
                </a:lnTo>
                <a:close/>
              </a:path>
            </a:pathLst>
          </a:cu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lvl="0" algn="ctr"/>
            <a:endParaRPr lang="en-US" dirty="0"/>
          </a:p>
        </p:txBody>
      </p:sp>
      <p:sp>
        <p:nvSpPr>
          <p:cNvPr id="2" name="Rectangle 1">
            <a:extLst>
              <a:ext uri="{FF2B5EF4-FFF2-40B4-BE49-F238E27FC236}">
                <a16:creationId xmlns:a16="http://schemas.microsoft.com/office/drawing/2014/main" id="{F75C97BE-6AF8-5928-B560-739552D148BA}"/>
              </a:ext>
            </a:extLst>
          </p:cNvPr>
          <p:cNvSpPr/>
          <p:nvPr userDrawn="1"/>
        </p:nvSpPr>
        <p:spPr>
          <a:xfrm>
            <a:off x="0" y="0"/>
            <a:ext cx="760412" cy="6858000"/>
          </a:xfrm>
          <a:prstGeom prst="rect">
            <a:avLst/>
          </a:prstGeom>
          <a:solidFill>
            <a:schemeClr val="bg1"/>
          </a:solidFill>
          <a:ln>
            <a:noFill/>
          </a:ln>
          <a:effectLst>
            <a:outerShdw blurRad="127000" sx="102000" sy="102000" algn="ctr" rotWithShape="0">
              <a:prstClr val="black">
                <a:alpha val="10000"/>
              </a:prstClr>
            </a:outerShdw>
          </a:effectLst>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6" name="Cross 5">
            <a:extLst>
              <a:ext uri="{FF2B5EF4-FFF2-40B4-BE49-F238E27FC236}">
                <a16:creationId xmlns:a16="http://schemas.microsoft.com/office/drawing/2014/main" id="{049F4FA0-ECA1-9CE1-60CD-491656F225D3}"/>
              </a:ext>
            </a:extLst>
          </p:cNvPr>
          <p:cNvSpPr/>
          <p:nvPr userDrawn="1"/>
        </p:nvSpPr>
        <p:spPr>
          <a:xfrm>
            <a:off x="6683143" y="1397000"/>
            <a:ext cx="685800" cy="685800"/>
          </a:xfrm>
          <a:prstGeom prst="plus">
            <a:avLst>
              <a:gd name="adj" fmla="val 39796"/>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lvl="0" algn="ctr"/>
            <a:endParaRPr lang="en-US" dirty="0"/>
          </a:p>
        </p:txBody>
      </p:sp>
      <p:sp>
        <p:nvSpPr>
          <p:cNvPr id="7" name="Cross 6">
            <a:extLst>
              <a:ext uri="{FF2B5EF4-FFF2-40B4-BE49-F238E27FC236}">
                <a16:creationId xmlns:a16="http://schemas.microsoft.com/office/drawing/2014/main" id="{E0F6845B-3635-28EA-BA6E-5535FE48E8B0}"/>
              </a:ext>
            </a:extLst>
          </p:cNvPr>
          <p:cNvSpPr/>
          <p:nvPr userDrawn="1"/>
        </p:nvSpPr>
        <p:spPr>
          <a:xfrm>
            <a:off x="11085513" y="5638800"/>
            <a:ext cx="685800" cy="685800"/>
          </a:xfrm>
          <a:prstGeom prst="plus">
            <a:avLst>
              <a:gd name="adj" fmla="val 39796"/>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lvl="0" algn="ctr"/>
            <a:endParaRPr lang="en-US" dirty="0"/>
          </a:p>
        </p:txBody>
      </p:sp>
      <p:sp>
        <p:nvSpPr>
          <p:cNvPr id="11" name="Title 1">
            <a:extLst>
              <a:ext uri="{FF2B5EF4-FFF2-40B4-BE49-F238E27FC236}">
                <a16:creationId xmlns:a16="http://schemas.microsoft.com/office/drawing/2014/main" id="{D1B5BD44-F42D-3B65-BB68-E5C76C4E06BA}"/>
              </a:ext>
            </a:extLst>
          </p:cNvPr>
          <p:cNvSpPr>
            <a:spLocks noGrp="1"/>
          </p:cNvSpPr>
          <p:nvPr>
            <p:ph type="title"/>
          </p:nvPr>
        </p:nvSpPr>
        <p:spPr>
          <a:xfrm>
            <a:off x="1293812" y="609600"/>
            <a:ext cx="4914900" cy="1447800"/>
          </a:xfrm>
        </p:spPr>
        <p:txBody>
          <a:bodyPr anchor="t">
            <a:normAutofit/>
          </a:bodyPr>
          <a:lstStyle>
            <a:lvl1pPr>
              <a:defRPr sz="3200" b="1" kern="1200" dirty="0">
                <a:solidFill>
                  <a:schemeClr val="tx1">
                    <a:lumMod val="85000"/>
                    <a:lumOff val="15000"/>
                  </a:schemeClr>
                </a:solidFill>
                <a:latin typeface="+mj-lt"/>
                <a:ea typeface="+mj-ea"/>
                <a:cs typeface="+mj-cs"/>
              </a:defRPr>
            </a:lvl1pPr>
          </a:lstStyle>
          <a:p>
            <a:r>
              <a:rPr lang="en-US"/>
              <a:t>Click to edit Master title style</a:t>
            </a:r>
            <a:endParaRPr dirty="0"/>
          </a:p>
        </p:txBody>
      </p:sp>
      <p:sp>
        <p:nvSpPr>
          <p:cNvPr id="9" name="Slide Number Placeholder 5">
            <a:extLst>
              <a:ext uri="{FF2B5EF4-FFF2-40B4-BE49-F238E27FC236}">
                <a16:creationId xmlns:a16="http://schemas.microsoft.com/office/drawing/2014/main" id="{E6F22956-4B4B-B972-CE6C-282D1D591845}"/>
              </a:ext>
            </a:extLst>
          </p:cNvPr>
          <p:cNvSpPr>
            <a:spLocks noGrp="1"/>
          </p:cNvSpPr>
          <p:nvPr>
            <p:ph type="sldNum" sz="quarter" idx="12"/>
          </p:nvPr>
        </p:nvSpPr>
        <p:spPr>
          <a:xfrm>
            <a:off x="1" y="609600"/>
            <a:ext cx="760412" cy="381000"/>
          </a:xfrm>
        </p:spPr>
        <p:txBody>
          <a:bodyPr/>
          <a:lstStyle>
            <a:lvl1pPr algn="ctr">
              <a:defRPr sz="2400" b="1"/>
            </a:lvl1pPr>
          </a:lstStyle>
          <a:p>
            <a:fld id="{AAEAE4A8-A6E5-453E-B946-FB774B73F48C}" type="slidenum">
              <a:rPr lang="en-US" smtClean="0"/>
              <a:pPr/>
              <a:t>‹#›</a:t>
            </a:fld>
            <a:endParaRPr lang="en-US" dirty="0"/>
          </a:p>
        </p:txBody>
      </p:sp>
      <p:sp>
        <p:nvSpPr>
          <p:cNvPr id="24" name="Footer Placeholder 4">
            <a:extLst>
              <a:ext uri="{FF2B5EF4-FFF2-40B4-BE49-F238E27FC236}">
                <a16:creationId xmlns:a16="http://schemas.microsoft.com/office/drawing/2014/main" id="{C319E7A6-A7BC-1FD9-6936-D83244A4083E}"/>
              </a:ext>
            </a:extLst>
          </p:cNvPr>
          <p:cNvSpPr>
            <a:spLocks noGrp="1"/>
          </p:cNvSpPr>
          <p:nvPr>
            <p:ph type="ftr" sz="quarter" idx="17"/>
          </p:nvPr>
        </p:nvSpPr>
        <p:spPr>
          <a:xfrm rot="16200000">
            <a:off x="-1829595" y="2591593"/>
            <a:ext cx="4419600" cy="760414"/>
          </a:xfrm>
          <a:prstGeom prst="rect">
            <a:avLst/>
          </a:prstGeom>
        </p:spPr>
        <p:txBody>
          <a:bodyPr vert="horz" lIns="91440" tIns="45720" rIns="91440" bIns="45720" rtlCol="0" anchor="ctr"/>
          <a:lstStyle>
            <a:lvl1pPr algn="ctr">
              <a:defRPr lang="en-US" sz="1400" b="0" kern="1200" spc="100" baseline="0" dirty="0">
                <a:solidFill>
                  <a:schemeClr val="tx1"/>
                </a:solidFill>
                <a:latin typeface="+mn-lt"/>
                <a:ea typeface="+mn-ea"/>
                <a:cs typeface="+mn-cs"/>
              </a:defRPr>
            </a:lvl1pPr>
          </a:lstStyle>
          <a:p>
            <a:endParaRPr lang="en-US" dirty="0"/>
          </a:p>
        </p:txBody>
      </p:sp>
      <p:sp>
        <p:nvSpPr>
          <p:cNvPr id="14" name="Date Placeholder 3">
            <a:extLst>
              <a:ext uri="{FF2B5EF4-FFF2-40B4-BE49-F238E27FC236}">
                <a16:creationId xmlns:a16="http://schemas.microsoft.com/office/drawing/2014/main" id="{2180FD49-43D5-4D47-7DA7-BF05B579F242}"/>
              </a:ext>
            </a:extLst>
          </p:cNvPr>
          <p:cNvSpPr>
            <a:spLocks noGrp="1"/>
          </p:cNvSpPr>
          <p:nvPr>
            <p:ph type="dt" sz="half" idx="2"/>
          </p:nvPr>
        </p:nvSpPr>
        <p:spPr>
          <a:xfrm rot="16200000">
            <a:off x="-229393" y="5258593"/>
            <a:ext cx="1219200" cy="760414"/>
          </a:xfrm>
          <a:prstGeom prst="rect">
            <a:avLst/>
          </a:prstGeom>
        </p:spPr>
        <p:txBody>
          <a:bodyPr vert="horz" lIns="91440" tIns="45720" rIns="91440" bIns="45720" rtlCol="0" anchor="ctr"/>
          <a:lstStyle>
            <a:lvl1pPr algn="l">
              <a:defRPr sz="1400" b="0" spc="100" baseline="0">
                <a:solidFill>
                  <a:schemeClr val="tx1"/>
                </a:solidFill>
              </a:defRPr>
            </a:lvl1pPr>
          </a:lstStyle>
          <a:p>
            <a:endParaRPr lang="en-US" dirty="0"/>
          </a:p>
        </p:txBody>
      </p:sp>
      <p:sp>
        <p:nvSpPr>
          <p:cNvPr id="12" name="Content Placeholder 2">
            <a:extLst>
              <a:ext uri="{FF2B5EF4-FFF2-40B4-BE49-F238E27FC236}">
                <a16:creationId xmlns:a16="http://schemas.microsoft.com/office/drawing/2014/main" id="{F11B92F8-C070-2CE8-09EC-DAB8F879C213}"/>
              </a:ext>
            </a:extLst>
          </p:cNvPr>
          <p:cNvSpPr>
            <a:spLocks noGrp="1"/>
          </p:cNvSpPr>
          <p:nvPr>
            <p:ph idx="13"/>
          </p:nvPr>
        </p:nvSpPr>
        <p:spPr>
          <a:xfrm>
            <a:off x="1293812" y="2438400"/>
            <a:ext cx="4911725" cy="4114799"/>
          </a:xfrm>
        </p:spPr>
        <p:txBody>
          <a:bodyPr>
            <a:normAutofit/>
          </a:bodyPr>
          <a:lstStyle>
            <a:lvl1pPr>
              <a:lnSpc>
                <a:spcPct val="110000"/>
              </a:lnSpc>
              <a:defRPr lang="en-US" sz="1800" kern="1200" dirty="0">
                <a:solidFill>
                  <a:schemeClr val="tx1">
                    <a:lumMod val="85000"/>
                    <a:lumOff val="15000"/>
                  </a:schemeClr>
                </a:solidFill>
                <a:latin typeface="+mn-lt"/>
                <a:ea typeface="+mn-lt"/>
                <a:cs typeface="+mn-lt"/>
              </a:defRPr>
            </a:lvl1pPr>
            <a:lvl2pPr>
              <a:lnSpc>
                <a:spcPct val="110000"/>
              </a:lnSpc>
              <a:defRPr lang="en-US" sz="1800" kern="1200" dirty="0">
                <a:solidFill>
                  <a:schemeClr val="tx1">
                    <a:lumMod val="85000"/>
                    <a:lumOff val="15000"/>
                  </a:schemeClr>
                </a:solidFill>
                <a:latin typeface="+mn-lt"/>
                <a:ea typeface="+mn-lt"/>
                <a:cs typeface="+mn-lt"/>
              </a:defRPr>
            </a:lvl2pPr>
            <a:lvl3pPr>
              <a:lnSpc>
                <a:spcPct val="110000"/>
              </a:lnSpc>
              <a:defRPr lang="en-US" sz="1800" kern="1200" dirty="0">
                <a:solidFill>
                  <a:schemeClr val="tx1">
                    <a:lumMod val="85000"/>
                    <a:lumOff val="15000"/>
                  </a:schemeClr>
                </a:solidFill>
                <a:latin typeface="+mn-lt"/>
                <a:ea typeface="+mn-lt"/>
                <a:cs typeface="+mn-lt"/>
              </a:defRPr>
            </a:lvl3pPr>
            <a:lvl4pPr>
              <a:lnSpc>
                <a:spcPct val="110000"/>
              </a:lnSpc>
              <a:defRPr lang="en-US" sz="1800" kern="1200" dirty="0">
                <a:solidFill>
                  <a:schemeClr val="tx1">
                    <a:lumMod val="85000"/>
                    <a:lumOff val="15000"/>
                  </a:schemeClr>
                </a:solidFill>
                <a:latin typeface="+mn-lt"/>
                <a:ea typeface="+mn-lt"/>
                <a:cs typeface="+mn-lt"/>
              </a:defRPr>
            </a:lvl4pPr>
            <a:lvl5pPr>
              <a:lnSpc>
                <a:spcPct val="110000"/>
              </a:lnSpc>
              <a:defRPr sz="1800" kern="1200" dirty="0">
                <a:solidFill>
                  <a:schemeClr val="tx1">
                    <a:lumMod val="85000"/>
                    <a:lumOff val="15000"/>
                  </a:schemeClr>
                </a:solidFill>
                <a:latin typeface="+mn-lt"/>
                <a:ea typeface="+mn-lt"/>
                <a:cs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3" name="Content Placeholder 2">
            <a:extLst>
              <a:ext uri="{FF2B5EF4-FFF2-40B4-BE49-F238E27FC236}">
                <a16:creationId xmlns:a16="http://schemas.microsoft.com/office/drawing/2014/main" id="{7A79808F-B1FF-C536-B44F-59CEA545BFD5}"/>
              </a:ext>
            </a:extLst>
          </p:cNvPr>
          <p:cNvSpPr>
            <a:spLocks noGrp="1"/>
          </p:cNvSpPr>
          <p:nvPr>
            <p:ph idx="14"/>
          </p:nvPr>
        </p:nvSpPr>
        <p:spPr>
          <a:xfrm>
            <a:off x="6516689" y="2438400"/>
            <a:ext cx="4911725" cy="4114799"/>
          </a:xfrm>
        </p:spPr>
        <p:txBody>
          <a:bodyPr>
            <a:normAutofit/>
          </a:bodyPr>
          <a:lstStyle>
            <a:lvl1pPr>
              <a:lnSpc>
                <a:spcPct val="110000"/>
              </a:lnSpc>
              <a:defRPr lang="en-US" sz="1800" kern="1200" dirty="0">
                <a:solidFill>
                  <a:schemeClr val="tx1">
                    <a:lumMod val="85000"/>
                    <a:lumOff val="15000"/>
                  </a:schemeClr>
                </a:solidFill>
                <a:latin typeface="+mn-lt"/>
                <a:ea typeface="+mn-lt"/>
                <a:cs typeface="+mn-lt"/>
              </a:defRPr>
            </a:lvl1pPr>
            <a:lvl2pPr>
              <a:lnSpc>
                <a:spcPct val="110000"/>
              </a:lnSpc>
              <a:defRPr lang="en-US" sz="1800" kern="1200" dirty="0">
                <a:solidFill>
                  <a:schemeClr val="tx1">
                    <a:lumMod val="85000"/>
                    <a:lumOff val="15000"/>
                  </a:schemeClr>
                </a:solidFill>
                <a:latin typeface="+mn-lt"/>
                <a:ea typeface="+mn-lt"/>
                <a:cs typeface="+mn-lt"/>
              </a:defRPr>
            </a:lvl2pPr>
            <a:lvl3pPr>
              <a:lnSpc>
                <a:spcPct val="110000"/>
              </a:lnSpc>
              <a:defRPr lang="en-US" sz="1800" kern="1200" dirty="0">
                <a:solidFill>
                  <a:schemeClr val="tx1">
                    <a:lumMod val="85000"/>
                    <a:lumOff val="15000"/>
                  </a:schemeClr>
                </a:solidFill>
                <a:latin typeface="+mn-lt"/>
                <a:ea typeface="+mn-lt"/>
                <a:cs typeface="+mn-lt"/>
              </a:defRPr>
            </a:lvl3pPr>
            <a:lvl4pPr>
              <a:lnSpc>
                <a:spcPct val="110000"/>
              </a:lnSpc>
              <a:defRPr lang="en-US" sz="1800" kern="1200" dirty="0">
                <a:solidFill>
                  <a:schemeClr val="tx1">
                    <a:lumMod val="85000"/>
                    <a:lumOff val="15000"/>
                  </a:schemeClr>
                </a:solidFill>
                <a:latin typeface="+mn-lt"/>
                <a:ea typeface="+mn-lt"/>
                <a:cs typeface="+mn-lt"/>
              </a:defRPr>
            </a:lvl4pPr>
            <a:lvl5pPr>
              <a:lnSpc>
                <a:spcPct val="110000"/>
              </a:lnSpc>
              <a:defRPr sz="1800" kern="1200" dirty="0">
                <a:solidFill>
                  <a:schemeClr val="tx1">
                    <a:lumMod val="85000"/>
                    <a:lumOff val="15000"/>
                  </a:schemeClr>
                </a:solidFill>
                <a:latin typeface="+mn-lt"/>
                <a:ea typeface="+mn-lt"/>
                <a:cs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Tree>
    <p:extLst>
      <p:ext uri="{BB962C8B-B14F-4D97-AF65-F5344CB8AC3E}">
        <p14:creationId xmlns:p14="http://schemas.microsoft.com/office/powerpoint/2010/main" val="3301549117"/>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 2">
    <p:bg>
      <p:bgRef idx="1001">
        <a:schemeClr val="bg1"/>
      </p:bgRef>
    </p:bg>
    <p:spTree>
      <p:nvGrpSpPr>
        <p:cNvPr id="1" name=""/>
        <p:cNvGrpSpPr/>
        <p:nvPr/>
      </p:nvGrpSpPr>
      <p:grpSpPr>
        <a:xfrm>
          <a:off x="0" y="0"/>
          <a:ext cx="0" cy="0"/>
          <a:chOff x="0" y="0"/>
          <a:chExt cx="0" cy="0"/>
        </a:xfrm>
      </p:grpSpPr>
      <p:sp>
        <p:nvSpPr>
          <p:cNvPr id="15" name="Freeform: Shape 14">
            <a:extLst>
              <a:ext uri="{FF2B5EF4-FFF2-40B4-BE49-F238E27FC236}">
                <a16:creationId xmlns:a16="http://schemas.microsoft.com/office/drawing/2014/main" id="{B09E2F69-D76D-62CD-4B4B-52AB2F720DE4}"/>
              </a:ext>
            </a:extLst>
          </p:cNvPr>
          <p:cNvSpPr/>
          <p:nvPr userDrawn="1"/>
        </p:nvSpPr>
        <p:spPr>
          <a:xfrm>
            <a:off x="9958158" y="0"/>
            <a:ext cx="2230666" cy="1981200"/>
          </a:xfrm>
          <a:custGeom>
            <a:avLst/>
            <a:gdLst>
              <a:gd name="connsiteX0" fmla="*/ 0 w 2230666"/>
              <a:gd name="connsiteY0" fmla="*/ 0 h 1981200"/>
              <a:gd name="connsiteX1" fmla="*/ 2230666 w 2230666"/>
              <a:gd name="connsiteY1" fmla="*/ 0 h 1981200"/>
              <a:gd name="connsiteX2" fmla="*/ 2230666 w 2230666"/>
              <a:gd name="connsiteY2" fmla="*/ 1981200 h 1981200"/>
              <a:gd name="connsiteX3" fmla="*/ 2029222 w 2230666"/>
              <a:gd name="connsiteY3" fmla="*/ 1972296 h 1981200"/>
              <a:gd name="connsiteX4" fmla="*/ 28437 w 2230666"/>
              <a:gd name="connsiteY4" fmla="*/ 186331 h 1981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0666" h="1981200">
                <a:moveTo>
                  <a:pt x="0" y="0"/>
                </a:moveTo>
                <a:lnTo>
                  <a:pt x="2230666" y="0"/>
                </a:lnTo>
                <a:lnTo>
                  <a:pt x="2230666" y="1981200"/>
                </a:lnTo>
                <a:lnTo>
                  <a:pt x="2029222" y="1972296"/>
                </a:lnTo>
                <a:cubicBezTo>
                  <a:pt x="1033803" y="1883891"/>
                  <a:pt x="224946" y="1146640"/>
                  <a:pt x="28437" y="186331"/>
                </a:cubicBezTo>
                <a:close/>
              </a:path>
            </a:pathLst>
          </a:cu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wrap="square" rtlCol="0" anchor="ctr">
            <a:noAutofit/>
          </a:bodyPr>
          <a:lstStyle/>
          <a:p>
            <a:pPr lvl="0" algn="ctr"/>
            <a:endParaRPr lang="en-US" dirty="0"/>
          </a:p>
        </p:txBody>
      </p:sp>
      <p:sp>
        <p:nvSpPr>
          <p:cNvPr id="2" name="Rectangle 1">
            <a:extLst>
              <a:ext uri="{FF2B5EF4-FFF2-40B4-BE49-F238E27FC236}">
                <a16:creationId xmlns:a16="http://schemas.microsoft.com/office/drawing/2014/main" id="{F75C97BE-6AF8-5928-B560-739552D148BA}"/>
              </a:ext>
            </a:extLst>
          </p:cNvPr>
          <p:cNvSpPr/>
          <p:nvPr userDrawn="1"/>
        </p:nvSpPr>
        <p:spPr>
          <a:xfrm>
            <a:off x="0" y="0"/>
            <a:ext cx="760412" cy="6858000"/>
          </a:xfrm>
          <a:prstGeom prst="rect">
            <a:avLst/>
          </a:prstGeom>
          <a:solidFill>
            <a:schemeClr val="bg1"/>
          </a:solidFill>
          <a:ln>
            <a:noFill/>
          </a:ln>
          <a:effectLst>
            <a:outerShdw blurRad="127000" sx="102000" sy="102000" algn="ctr" rotWithShape="0">
              <a:prstClr val="black">
                <a:alpha val="10000"/>
              </a:prstClr>
            </a:outerShdw>
          </a:effectLst>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3" name="Cross 2">
            <a:extLst>
              <a:ext uri="{FF2B5EF4-FFF2-40B4-BE49-F238E27FC236}">
                <a16:creationId xmlns:a16="http://schemas.microsoft.com/office/drawing/2014/main" id="{A0041296-BAB4-9340-D4A7-59FD619AC52B}"/>
              </a:ext>
            </a:extLst>
          </p:cNvPr>
          <p:cNvSpPr/>
          <p:nvPr userDrawn="1"/>
        </p:nvSpPr>
        <p:spPr>
          <a:xfrm>
            <a:off x="7847012" y="381000"/>
            <a:ext cx="685800" cy="685800"/>
          </a:xfrm>
          <a:prstGeom prst="plus">
            <a:avLst>
              <a:gd name="adj" fmla="val 39796"/>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lvl="0" algn="ctr"/>
            <a:endParaRPr lang="en-US" dirty="0"/>
          </a:p>
        </p:txBody>
      </p:sp>
      <p:sp>
        <p:nvSpPr>
          <p:cNvPr id="5" name="Cross 4">
            <a:extLst>
              <a:ext uri="{FF2B5EF4-FFF2-40B4-BE49-F238E27FC236}">
                <a16:creationId xmlns:a16="http://schemas.microsoft.com/office/drawing/2014/main" id="{FFABB0BB-C379-786D-46F1-DEB6A507EA80}"/>
              </a:ext>
            </a:extLst>
          </p:cNvPr>
          <p:cNvSpPr/>
          <p:nvPr userDrawn="1"/>
        </p:nvSpPr>
        <p:spPr>
          <a:xfrm>
            <a:off x="8559685" y="1066800"/>
            <a:ext cx="685800" cy="685800"/>
          </a:xfrm>
          <a:prstGeom prst="plus">
            <a:avLst>
              <a:gd name="adj" fmla="val 39796"/>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lvl="0" algn="ctr"/>
            <a:endParaRPr lang="en-US" dirty="0"/>
          </a:p>
        </p:txBody>
      </p:sp>
      <p:sp>
        <p:nvSpPr>
          <p:cNvPr id="11" name="Title 1">
            <a:extLst>
              <a:ext uri="{FF2B5EF4-FFF2-40B4-BE49-F238E27FC236}">
                <a16:creationId xmlns:a16="http://schemas.microsoft.com/office/drawing/2014/main" id="{20BDC478-129E-9690-F10A-A1F679ABD6BD}"/>
              </a:ext>
            </a:extLst>
          </p:cNvPr>
          <p:cNvSpPr>
            <a:spLocks noGrp="1"/>
          </p:cNvSpPr>
          <p:nvPr>
            <p:ph type="title"/>
          </p:nvPr>
        </p:nvSpPr>
        <p:spPr>
          <a:xfrm>
            <a:off x="1293812" y="609600"/>
            <a:ext cx="4914900" cy="1447800"/>
          </a:xfrm>
        </p:spPr>
        <p:txBody>
          <a:bodyPr anchor="t">
            <a:normAutofit/>
          </a:bodyPr>
          <a:lstStyle>
            <a:lvl1pPr>
              <a:defRPr sz="3200" b="1" kern="1200" dirty="0">
                <a:solidFill>
                  <a:schemeClr val="tx1">
                    <a:lumMod val="85000"/>
                    <a:lumOff val="15000"/>
                  </a:schemeClr>
                </a:solidFill>
                <a:latin typeface="+mj-lt"/>
                <a:ea typeface="+mj-ea"/>
                <a:cs typeface="+mj-cs"/>
              </a:defRPr>
            </a:lvl1pPr>
          </a:lstStyle>
          <a:p>
            <a:r>
              <a:rPr lang="en-US"/>
              <a:t>Click to edit Master title style</a:t>
            </a:r>
            <a:endParaRPr dirty="0"/>
          </a:p>
        </p:txBody>
      </p:sp>
      <p:sp>
        <p:nvSpPr>
          <p:cNvPr id="9" name="Slide Number Placeholder 5">
            <a:extLst>
              <a:ext uri="{FF2B5EF4-FFF2-40B4-BE49-F238E27FC236}">
                <a16:creationId xmlns:a16="http://schemas.microsoft.com/office/drawing/2014/main" id="{7BD29393-4996-16FE-FC38-2447AE812AD1}"/>
              </a:ext>
            </a:extLst>
          </p:cNvPr>
          <p:cNvSpPr>
            <a:spLocks noGrp="1"/>
          </p:cNvSpPr>
          <p:nvPr>
            <p:ph type="sldNum" sz="quarter" idx="12"/>
          </p:nvPr>
        </p:nvSpPr>
        <p:spPr>
          <a:xfrm>
            <a:off x="1" y="609600"/>
            <a:ext cx="760412" cy="381000"/>
          </a:xfrm>
        </p:spPr>
        <p:txBody>
          <a:bodyPr/>
          <a:lstStyle>
            <a:lvl1pPr algn="ctr">
              <a:defRPr sz="2400" b="1"/>
            </a:lvl1pPr>
          </a:lstStyle>
          <a:p>
            <a:fld id="{AAEAE4A8-A6E5-453E-B946-FB774B73F48C}" type="slidenum">
              <a:rPr lang="en-US" smtClean="0"/>
              <a:pPr/>
              <a:t>‹#›</a:t>
            </a:fld>
            <a:endParaRPr lang="en-US" dirty="0"/>
          </a:p>
        </p:txBody>
      </p:sp>
      <p:sp>
        <p:nvSpPr>
          <p:cNvPr id="25" name="Footer Placeholder 4">
            <a:extLst>
              <a:ext uri="{FF2B5EF4-FFF2-40B4-BE49-F238E27FC236}">
                <a16:creationId xmlns:a16="http://schemas.microsoft.com/office/drawing/2014/main" id="{2FB2C37F-01F4-8BDA-35AA-8F8EBC5540A6}"/>
              </a:ext>
            </a:extLst>
          </p:cNvPr>
          <p:cNvSpPr>
            <a:spLocks noGrp="1"/>
          </p:cNvSpPr>
          <p:nvPr>
            <p:ph type="ftr" sz="quarter" idx="3"/>
          </p:nvPr>
        </p:nvSpPr>
        <p:spPr>
          <a:xfrm rot="16200000">
            <a:off x="-1829595" y="2591593"/>
            <a:ext cx="4419600" cy="760414"/>
          </a:xfrm>
          <a:prstGeom prst="rect">
            <a:avLst/>
          </a:prstGeom>
        </p:spPr>
        <p:txBody>
          <a:bodyPr vert="horz" lIns="91440" tIns="45720" rIns="91440" bIns="45720" rtlCol="0" anchor="ctr"/>
          <a:lstStyle>
            <a:lvl1pPr algn="ctr">
              <a:defRPr lang="en-US" sz="1400" b="0" kern="1200" spc="100" baseline="0" dirty="0">
                <a:solidFill>
                  <a:schemeClr val="tx1"/>
                </a:solidFill>
                <a:latin typeface="+mn-lt"/>
                <a:ea typeface="+mn-ea"/>
                <a:cs typeface="+mn-cs"/>
              </a:defRPr>
            </a:lvl1pPr>
          </a:lstStyle>
          <a:p>
            <a:endParaRPr lang="en-US" dirty="0"/>
          </a:p>
        </p:txBody>
      </p:sp>
      <p:sp>
        <p:nvSpPr>
          <p:cNvPr id="14" name="Date Placeholder 3">
            <a:extLst>
              <a:ext uri="{FF2B5EF4-FFF2-40B4-BE49-F238E27FC236}">
                <a16:creationId xmlns:a16="http://schemas.microsoft.com/office/drawing/2014/main" id="{EF45931A-8732-7A9F-4CEE-22AA3831A489}"/>
              </a:ext>
            </a:extLst>
          </p:cNvPr>
          <p:cNvSpPr>
            <a:spLocks noGrp="1"/>
          </p:cNvSpPr>
          <p:nvPr>
            <p:ph type="dt" sz="half" idx="2"/>
          </p:nvPr>
        </p:nvSpPr>
        <p:spPr>
          <a:xfrm rot="16200000">
            <a:off x="-229393" y="5258593"/>
            <a:ext cx="1219200" cy="760414"/>
          </a:xfrm>
          <a:prstGeom prst="rect">
            <a:avLst/>
          </a:prstGeom>
        </p:spPr>
        <p:txBody>
          <a:bodyPr vert="horz" lIns="91440" tIns="45720" rIns="91440" bIns="45720" rtlCol="0" anchor="ctr"/>
          <a:lstStyle>
            <a:lvl1pPr algn="l">
              <a:defRPr sz="1400" b="0" spc="100" baseline="0">
                <a:solidFill>
                  <a:schemeClr val="tx1"/>
                </a:solidFill>
              </a:defRPr>
            </a:lvl1pPr>
          </a:lstStyle>
          <a:p>
            <a:endParaRPr lang="en-US" dirty="0"/>
          </a:p>
        </p:txBody>
      </p:sp>
      <p:sp>
        <p:nvSpPr>
          <p:cNvPr id="12" name="Content Placeholder 2">
            <a:extLst>
              <a:ext uri="{FF2B5EF4-FFF2-40B4-BE49-F238E27FC236}">
                <a16:creationId xmlns:a16="http://schemas.microsoft.com/office/drawing/2014/main" id="{F11B92F8-C070-2CE8-09EC-DAB8F879C213}"/>
              </a:ext>
            </a:extLst>
          </p:cNvPr>
          <p:cNvSpPr>
            <a:spLocks noGrp="1"/>
          </p:cNvSpPr>
          <p:nvPr>
            <p:ph idx="13"/>
          </p:nvPr>
        </p:nvSpPr>
        <p:spPr>
          <a:xfrm>
            <a:off x="1293812" y="2286000"/>
            <a:ext cx="4911725" cy="4267200"/>
          </a:xfrm>
        </p:spPr>
        <p:txBody>
          <a:bodyPr>
            <a:normAutofit/>
          </a:bodyPr>
          <a:lstStyle>
            <a:lvl1pPr marL="45720" indent="0">
              <a:lnSpc>
                <a:spcPct val="110000"/>
              </a:lnSpc>
              <a:buNone/>
              <a:defRPr lang="en-US" sz="1800" kern="1200" dirty="0">
                <a:solidFill>
                  <a:schemeClr val="tx1">
                    <a:lumMod val="85000"/>
                    <a:lumOff val="15000"/>
                  </a:schemeClr>
                </a:solidFill>
                <a:latin typeface="+mn-lt"/>
                <a:ea typeface="+mn-lt"/>
                <a:cs typeface="+mn-lt"/>
              </a:defRPr>
            </a:lvl1pPr>
            <a:lvl2pPr marL="365760" indent="0">
              <a:lnSpc>
                <a:spcPct val="110000"/>
              </a:lnSpc>
              <a:buNone/>
              <a:defRPr lang="en-US" sz="1800" kern="1200" dirty="0">
                <a:solidFill>
                  <a:schemeClr val="tx1">
                    <a:lumMod val="85000"/>
                    <a:lumOff val="15000"/>
                  </a:schemeClr>
                </a:solidFill>
                <a:latin typeface="+mn-lt"/>
                <a:ea typeface="+mn-lt"/>
                <a:cs typeface="+mn-lt"/>
              </a:defRPr>
            </a:lvl2pPr>
            <a:lvl3pPr marL="594360" indent="0">
              <a:lnSpc>
                <a:spcPct val="110000"/>
              </a:lnSpc>
              <a:buNone/>
              <a:defRPr lang="en-US" sz="1800" kern="1200" dirty="0">
                <a:solidFill>
                  <a:schemeClr val="tx1">
                    <a:lumMod val="85000"/>
                    <a:lumOff val="15000"/>
                  </a:schemeClr>
                </a:solidFill>
                <a:latin typeface="+mn-lt"/>
                <a:ea typeface="+mn-lt"/>
                <a:cs typeface="+mn-lt"/>
              </a:defRPr>
            </a:lvl3pPr>
            <a:lvl4pPr marL="777240" indent="0">
              <a:lnSpc>
                <a:spcPct val="110000"/>
              </a:lnSpc>
              <a:buNone/>
              <a:defRPr lang="en-US" sz="1800" kern="1200" dirty="0">
                <a:solidFill>
                  <a:schemeClr val="tx1">
                    <a:lumMod val="85000"/>
                    <a:lumOff val="15000"/>
                  </a:schemeClr>
                </a:solidFill>
                <a:latin typeface="+mn-lt"/>
                <a:ea typeface="+mn-lt"/>
                <a:cs typeface="+mn-lt"/>
              </a:defRPr>
            </a:lvl4pPr>
            <a:lvl5pPr marL="960120" indent="0">
              <a:lnSpc>
                <a:spcPct val="110000"/>
              </a:lnSpc>
              <a:buNone/>
              <a:defRPr sz="1800" kern="1200" dirty="0">
                <a:solidFill>
                  <a:schemeClr val="tx1">
                    <a:lumMod val="85000"/>
                    <a:lumOff val="15000"/>
                  </a:schemeClr>
                </a:solidFill>
                <a:latin typeface="+mn-lt"/>
                <a:ea typeface="+mn-lt"/>
                <a:cs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3" name="Content Placeholder 2">
            <a:extLst>
              <a:ext uri="{FF2B5EF4-FFF2-40B4-BE49-F238E27FC236}">
                <a16:creationId xmlns:a16="http://schemas.microsoft.com/office/drawing/2014/main" id="{7A79808F-B1FF-C536-B44F-59CEA545BFD5}"/>
              </a:ext>
            </a:extLst>
          </p:cNvPr>
          <p:cNvSpPr>
            <a:spLocks noGrp="1"/>
          </p:cNvSpPr>
          <p:nvPr>
            <p:ph idx="14"/>
          </p:nvPr>
        </p:nvSpPr>
        <p:spPr>
          <a:xfrm>
            <a:off x="6516689" y="2286000"/>
            <a:ext cx="4911725" cy="4267200"/>
          </a:xfrm>
        </p:spPr>
        <p:txBody>
          <a:bodyPr>
            <a:normAutofit/>
          </a:bodyPr>
          <a:lstStyle>
            <a:lvl1pPr>
              <a:lnSpc>
                <a:spcPct val="110000"/>
              </a:lnSpc>
              <a:defRPr lang="en-US" sz="1800" kern="1200" dirty="0">
                <a:solidFill>
                  <a:schemeClr val="tx1">
                    <a:lumMod val="85000"/>
                    <a:lumOff val="15000"/>
                  </a:schemeClr>
                </a:solidFill>
                <a:latin typeface="+mn-lt"/>
                <a:ea typeface="+mn-lt"/>
                <a:cs typeface="+mn-lt"/>
              </a:defRPr>
            </a:lvl1pPr>
            <a:lvl2pPr>
              <a:lnSpc>
                <a:spcPct val="110000"/>
              </a:lnSpc>
              <a:defRPr lang="en-US" sz="1800" kern="1200" dirty="0">
                <a:solidFill>
                  <a:schemeClr val="tx1">
                    <a:lumMod val="85000"/>
                    <a:lumOff val="15000"/>
                  </a:schemeClr>
                </a:solidFill>
                <a:latin typeface="+mn-lt"/>
                <a:ea typeface="+mn-lt"/>
                <a:cs typeface="+mn-lt"/>
              </a:defRPr>
            </a:lvl2pPr>
            <a:lvl3pPr>
              <a:lnSpc>
                <a:spcPct val="110000"/>
              </a:lnSpc>
              <a:defRPr lang="en-US" sz="1800" kern="1200" dirty="0">
                <a:solidFill>
                  <a:schemeClr val="tx1">
                    <a:lumMod val="85000"/>
                    <a:lumOff val="15000"/>
                  </a:schemeClr>
                </a:solidFill>
                <a:latin typeface="+mn-lt"/>
                <a:ea typeface="+mn-lt"/>
                <a:cs typeface="+mn-lt"/>
              </a:defRPr>
            </a:lvl3pPr>
            <a:lvl4pPr>
              <a:lnSpc>
                <a:spcPct val="110000"/>
              </a:lnSpc>
              <a:defRPr lang="en-US" sz="1800" kern="1200" dirty="0">
                <a:solidFill>
                  <a:schemeClr val="tx1">
                    <a:lumMod val="85000"/>
                    <a:lumOff val="15000"/>
                  </a:schemeClr>
                </a:solidFill>
                <a:latin typeface="+mn-lt"/>
                <a:ea typeface="+mn-lt"/>
                <a:cs typeface="+mn-lt"/>
              </a:defRPr>
            </a:lvl4pPr>
            <a:lvl5pPr>
              <a:lnSpc>
                <a:spcPct val="110000"/>
              </a:lnSpc>
              <a:defRPr sz="1800" kern="1200" dirty="0">
                <a:solidFill>
                  <a:schemeClr val="tx1">
                    <a:lumMod val="85000"/>
                    <a:lumOff val="15000"/>
                  </a:schemeClr>
                </a:solidFill>
                <a:latin typeface="+mn-lt"/>
                <a:ea typeface="+mn-lt"/>
                <a:cs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Tree>
    <p:extLst>
      <p:ext uri="{BB962C8B-B14F-4D97-AF65-F5344CB8AC3E}">
        <p14:creationId xmlns:p14="http://schemas.microsoft.com/office/powerpoint/2010/main" val="3325429414"/>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gradFill>
          <a:gsLst>
            <a:gs pos="0">
              <a:schemeClr val="accent2">
                <a:lumMod val="110000"/>
                <a:satMod val="105000"/>
                <a:tint val="67000"/>
                <a:alpha val="0"/>
              </a:schemeClr>
            </a:gs>
            <a:gs pos="100000">
              <a:schemeClr val="bg2"/>
            </a:gs>
          </a:gsLst>
          <a:lin ang="5400000" scaled="0"/>
        </a:gra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55FB068A-9EE1-FCD9-54F9-D1322A68868B}"/>
              </a:ext>
            </a:extLst>
          </p:cNvPr>
          <p:cNvSpPr/>
          <p:nvPr userDrawn="1"/>
        </p:nvSpPr>
        <p:spPr>
          <a:xfrm>
            <a:off x="2132012" y="0"/>
            <a:ext cx="7924800" cy="6858000"/>
          </a:xfrm>
          <a:custGeom>
            <a:avLst/>
            <a:gdLst>
              <a:gd name="connsiteX0" fmla="*/ 1982890 w 7924800"/>
              <a:gd name="connsiteY0" fmla="*/ 0 h 6858000"/>
              <a:gd name="connsiteX1" fmla="*/ 5941911 w 7924800"/>
              <a:gd name="connsiteY1" fmla="*/ 0 h 6858000"/>
              <a:gd name="connsiteX2" fmla="*/ 6177816 w 7924800"/>
              <a:gd name="connsiteY2" fmla="*/ 143316 h 6858000"/>
              <a:gd name="connsiteX3" fmla="*/ 7924800 w 7924800"/>
              <a:gd name="connsiteY3" fmla="*/ 3429000 h 6858000"/>
              <a:gd name="connsiteX4" fmla="*/ 6017049 w 7924800"/>
              <a:gd name="connsiteY4" fmla="*/ 6817750 h 6858000"/>
              <a:gd name="connsiteX5" fmla="*/ 5947047 w 7924800"/>
              <a:gd name="connsiteY5" fmla="*/ 6858000 h 6858000"/>
              <a:gd name="connsiteX6" fmla="*/ 1977753 w 7924800"/>
              <a:gd name="connsiteY6" fmla="*/ 6858000 h 6858000"/>
              <a:gd name="connsiteX7" fmla="*/ 1907752 w 7924800"/>
              <a:gd name="connsiteY7" fmla="*/ 6817750 h 6858000"/>
              <a:gd name="connsiteX8" fmla="*/ 0 w 7924800"/>
              <a:gd name="connsiteY8" fmla="*/ 3429000 h 6858000"/>
              <a:gd name="connsiteX9" fmla="*/ 1746985 w 7924800"/>
              <a:gd name="connsiteY9" fmla="*/ 14331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24800" h="6858000">
                <a:moveTo>
                  <a:pt x="1982890" y="0"/>
                </a:moveTo>
                <a:lnTo>
                  <a:pt x="5941911" y="0"/>
                </a:lnTo>
                <a:lnTo>
                  <a:pt x="6177816" y="143316"/>
                </a:lnTo>
                <a:cubicBezTo>
                  <a:pt x="7231821" y="855388"/>
                  <a:pt x="7924800" y="2061267"/>
                  <a:pt x="7924800" y="3429000"/>
                </a:cubicBezTo>
                <a:cubicBezTo>
                  <a:pt x="7924800" y="4865120"/>
                  <a:pt x="7160790" y="6122796"/>
                  <a:pt x="6017049" y="6817750"/>
                </a:cubicBezTo>
                <a:lnTo>
                  <a:pt x="5947047" y="6858000"/>
                </a:lnTo>
                <a:lnTo>
                  <a:pt x="1977753" y="6858000"/>
                </a:lnTo>
                <a:lnTo>
                  <a:pt x="1907752" y="6817750"/>
                </a:lnTo>
                <a:cubicBezTo>
                  <a:pt x="764010" y="6122796"/>
                  <a:pt x="0" y="4865120"/>
                  <a:pt x="0" y="3429000"/>
                </a:cubicBezTo>
                <a:cubicBezTo>
                  <a:pt x="0" y="2061267"/>
                  <a:pt x="692980" y="855388"/>
                  <a:pt x="1746985" y="143316"/>
                </a:cubicBezTo>
                <a:close/>
              </a:path>
            </a:pathLst>
          </a:custGeom>
          <a:gradFill>
            <a:gsLst>
              <a:gs pos="0">
                <a:schemeClr val="bg1"/>
              </a:gs>
              <a:gs pos="100000">
                <a:schemeClr val="bg1">
                  <a:alpha val="0"/>
                </a:schemeClr>
              </a:gs>
            </a:gsLst>
          </a:gradFill>
          <a:ln>
            <a:noFill/>
          </a:ln>
        </p:spPr>
        <p:style>
          <a:lnRef idx="1">
            <a:schemeClr val="accent2"/>
          </a:lnRef>
          <a:fillRef idx="2">
            <a:schemeClr val="accent2"/>
          </a:fillRef>
          <a:effectRef idx="1">
            <a:schemeClr val="accent2"/>
          </a:effectRef>
          <a:fontRef idx="minor">
            <a:schemeClr val="dk1"/>
          </a:fontRef>
        </p:style>
        <p:txBody>
          <a:bodyPr wrap="square" rtlCol="0" anchor="ctr">
            <a:noAutofit/>
          </a:bodyPr>
          <a:lstStyle/>
          <a:p>
            <a:pPr algn="ctr"/>
            <a:endParaRPr lang="en-US" dirty="0"/>
          </a:p>
        </p:txBody>
      </p:sp>
      <p:sp>
        <p:nvSpPr>
          <p:cNvPr id="8" name="Left Brace 7">
            <a:extLst>
              <a:ext uri="{FF2B5EF4-FFF2-40B4-BE49-F238E27FC236}">
                <a16:creationId xmlns:a16="http://schemas.microsoft.com/office/drawing/2014/main" id="{6A409372-199C-2F3B-65CD-ADC2E45B43B7}"/>
              </a:ext>
            </a:extLst>
          </p:cNvPr>
          <p:cNvSpPr/>
          <p:nvPr userDrawn="1"/>
        </p:nvSpPr>
        <p:spPr>
          <a:xfrm>
            <a:off x="5561012" y="2022021"/>
            <a:ext cx="838200" cy="2813960"/>
          </a:xfrm>
          <a:prstGeom prst="leftBrace">
            <a:avLst>
              <a:gd name="adj1" fmla="val 34932"/>
              <a:gd name="adj2" fmla="val 50000"/>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Title 1">
            <a:extLst>
              <a:ext uri="{FF2B5EF4-FFF2-40B4-BE49-F238E27FC236}">
                <a16:creationId xmlns:a16="http://schemas.microsoft.com/office/drawing/2014/main" id="{C47599E9-7877-89FF-8C57-FEF4C3C864DD}"/>
              </a:ext>
            </a:extLst>
          </p:cNvPr>
          <p:cNvSpPr>
            <a:spLocks noGrp="1"/>
          </p:cNvSpPr>
          <p:nvPr>
            <p:ph type="title"/>
          </p:nvPr>
        </p:nvSpPr>
        <p:spPr>
          <a:xfrm>
            <a:off x="531812" y="495300"/>
            <a:ext cx="4572000" cy="5867400"/>
          </a:xfrm>
        </p:spPr>
        <p:txBody>
          <a:bodyPr anchor="ctr">
            <a:normAutofit/>
          </a:bodyPr>
          <a:lstStyle>
            <a:lvl1pPr marL="0" indent="0" algn="r">
              <a:lnSpc>
                <a:spcPct val="110000"/>
              </a:lnSpc>
              <a:defRPr sz="4800"/>
            </a:lvl1pPr>
          </a:lstStyle>
          <a:p>
            <a:r>
              <a:rPr lang="en-US"/>
              <a:t>Click to edit Master title style</a:t>
            </a:r>
            <a:endParaRPr dirty="0"/>
          </a:p>
        </p:txBody>
      </p:sp>
      <p:sp>
        <p:nvSpPr>
          <p:cNvPr id="4" name="Text Placeholder 10">
            <a:extLst>
              <a:ext uri="{FF2B5EF4-FFF2-40B4-BE49-F238E27FC236}">
                <a16:creationId xmlns:a16="http://schemas.microsoft.com/office/drawing/2014/main" id="{22A2F27B-8DDF-057C-B969-50B4B8C3D2AF}"/>
              </a:ext>
            </a:extLst>
          </p:cNvPr>
          <p:cNvSpPr>
            <a:spLocks noGrp="1"/>
          </p:cNvSpPr>
          <p:nvPr>
            <p:ph type="body" sz="quarter" idx="14"/>
          </p:nvPr>
        </p:nvSpPr>
        <p:spPr>
          <a:xfrm>
            <a:off x="6768305" y="2247900"/>
            <a:ext cx="4443413" cy="2400300"/>
          </a:xfrm>
        </p:spPr>
        <p:txBody>
          <a:bodyPr anchor="ctr">
            <a:normAutofit/>
          </a:bodyPr>
          <a:lstStyle>
            <a:lvl1pPr marL="45720" indent="0" algn="l" defTabSz="914400" rtl="0" eaLnBrk="1" latinLnBrk="0" hangingPunct="1">
              <a:lnSpc>
                <a:spcPct val="110000"/>
              </a:lnSpc>
              <a:spcBef>
                <a:spcPts val="1800"/>
              </a:spcBef>
              <a:buClr>
                <a:schemeClr val="tx1">
                  <a:lumMod val="65000"/>
                  <a:lumOff val="35000"/>
                </a:schemeClr>
              </a:buClr>
              <a:buSzPct val="80000"/>
              <a:buFont typeface="Arial" pitchFamily="34" charset="0"/>
              <a:buNone/>
              <a:defRPr lang="en-US" sz="2000" kern="1200" spc="30" dirty="0" smtClean="0">
                <a:solidFill>
                  <a:schemeClr val="tx1">
                    <a:lumMod val="85000"/>
                    <a:lumOff val="15000"/>
                  </a:schemeClr>
                </a:solidFill>
                <a:latin typeface="+mn-lt"/>
                <a:ea typeface="+mn-ea"/>
                <a:cs typeface="+mn-cs"/>
              </a:defRPr>
            </a:lvl1pPr>
            <a:lvl2pPr marL="45720" indent="0" algn="l" defTabSz="914400" rtl="0" eaLnBrk="1" latinLnBrk="0" hangingPunct="1">
              <a:lnSpc>
                <a:spcPct val="110000"/>
              </a:lnSpc>
              <a:spcBef>
                <a:spcPts val="1800"/>
              </a:spcBef>
              <a:buClr>
                <a:schemeClr val="tx1">
                  <a:lumMod val="65000"/>
                  <a:lumOff val="35000"/>
                </a:schemeClr>
              </a:buClr>
              <a:buSzPct val="80000"/>
              <a:buFont typeface="Arial" pitchFamily="34" charset="0"/>
              <a:buNone/>
              <a:defRPr lang="en-US" sz="2000" kern="1200" spc="30" dirty="0" smtClean="0">
                <a:solidFill>
                  <a:schemeClr val="tx1">
                    <a:lumMod val="85000"/>
                    <a:lumOff val="15000"/>
                  </a:schemeClr>
                </a:solidFill>
                <a:latin typeface="+mn-lt"/>
                <a:ea typeface="+mn-ea"/>
                <a:cs typeface="+mn-cs"/>
              </a:defRPr>
            </a:lvl2pPr>
            <a:lvl3pPr marL="45720" indent="0" algn="l" defTabSz="914400" rtl="0" eaLnBrk="1" latinLnBrk="0" hangingPunct="1">
              <a:lnSpc>
                <a:spcPct val="110000"/>
              </a:lnSpc>
              <a:spcBef>
                <a:spcPts val="1800"/>
              </a:spcBef>
              <a:buClr>
                <a:schemeClr val="tx1">
                  <a:lumMod val="65000"/>
                  <a:lumOff val="35000"/>
                </a:schemeClr>
              </a:buClr>
              <a:buSzPct val="80000"/>
              <a:buFont typeface="Arial" pitchFamily="34" charset="0"/>
              <a:buNone/>
              <a:defRPr lang="en-US" sz="2000" kern="1200" spc="30" dirty="0" smtClean="0">
                <a:solidFill>
                  <a:schemeClr val="tx1">
                    <a:lumMod val="85000"/>
                    <a:lumOff val="15000"/>
                  </a:schemeClr>
                </a:solidFill>
                <a:latin typeface="+mn-lt"/>
                <a:ea typeface="+mn-ea"/>
                <a:cs typeface="+mn-cs"/>
              </a:defRPr>
            </a:lvl3pPr>
            <a:lvl4pPr marL="45720" indent="0" algn="l" defTabSz="914400" rtl="0" eaLnBrk="1" latinLnBrk="0" hangingPunct="1">
              <a:lnSpc>
                <a:spcPct val="110000"/>
              </a:lnSpc>
              <a:spcBef>
                <a:spcPts val="1800"/>
              </a:spcBef>
              <a:buClr>
                <a:schemeClr val="tx1">
                  <a:lumMod val="65000"/>
                  <a:lumOff val="35000"/>
                </a:schemeClr>
              </a:buClr>
              <a:buSzPct val="80000"/>
              <a:buFont typeface="Arial" pitchFamily="34" charset="0"/>
              <a:buNone/>
              <a:defRPr lang="en-US" sz="2000" kern="1200" spc="30" dirty="0" smtClean="0">
                <a:solidFill>
                  <a:schemeClr val="tx1">
                    <a:lumMod val="85000"/>
                    <a:lumOff val="15000"/>
                  </a:schemeClr>
                </a:solidFill>
                <a:latin typeface="+mn-lt"/>
                <a:ea typeface="+mn-ea"/>
                <a:cs typeface="+mn-cs"/>
              </a:defRPr>
            </a:lvl4pPr>
            <a:lvl5pPr marL="45720" indent="0" algn="l" defTabSz="914400" rtl="0" eaLnBrk="1" latinLnBrk="0" hangingPunct="1">
              <a:lnSpc>
                <a:spcPct val="110000"/>
              </a:lnSpc>
              <a:spcBef>
                <a:spcPts val="1800"/>
              </a:spcBef>
              <a:buClr>
                <a:schemeClr val="tx1">
                  <a:lumMod val="65000"/>
                  <a:lumOff val="35000"/>
                </a:schemeClr>
              </a:buClr>
              <a:buSzPct val="80000"/>
              <a:buFont typeface="Arial" pitchFamily="34" charset="0"/>
              <a:buNone/>
              <a:defRPr lang="en-US" sz="2000" kern="1200" spc="30" dirty="0">
                <a:solidFill>
                  <a:schemeClr val="tx1">
                    <a:lumMod val="85000"/>
                    <a:lumOff val="15000"/>
                  </a:schemeClr>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3533672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auto">
          <a:xfrm>
            <a:off x="1065212" y="533400"/>
            <a:ext cx="8686801" cy="1066800"/>
          </a:xfrm>
          <a:prstGeom prst="rect">
            <a:avLst/>
          </a:prstGeom>
        </p:spPr>
        <p:txBody>
          <a:bodyPr vert="horz" lIns="91440" tIns="45720" rIns="91440" bIns="45720" rtlCol="0" anchor="b">
            <a:normAutofit/>
          </a:bodyPr>
          <a:lstStyle/>
          <a:p>
            <a:r>
              <a:rPr lang="en-US"/>
              <a:t>Click to edit Master title style</a:t>
            </a:r>
            <a:endParaRPr dirty="0"/>
          </a:p>
        </p:txBody>
      </p:sp>
      <p:sp>
        <p:nvSpPr>
          <p:cNvPr id="3" name="Text Placeholder 2"/>
          <p:cNvSpPr>
            <a:spLocks noGrp="1"/>
          </p:cNvSpPr>
          <p:nvPr>
            <p:ph type="body" idx="1"/>
          </p:nvPr>
        </p:nvSpPr>
        <p:spPr>
          <a:xfrm>
            <a:off x="1065212" y="1828800"/>
            <a:ext cx="8686801" cy="41910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Footer Placeholder 4"/>
          <p:cNvSpPr>
            <a:spLocks noGrp="1"/>
          </p:cNvSpPr>
          <p:nvPr>
            <p:ph type="ftr" sz="quarter" idx="3"/>
          </p:nvPr>
        </p:nvSpPr>
        <p:spPr>
          <a:xfrm>
            <a:off x="1065213" y="6155267"/>
            <a:ext cx="5653087" cy="273049"/>
          </a:xfrm>
          <a:prstGeom prst="rect">
            <a:avLst/>
          </a:prstGeom>
        </p:spPr>
        <p:txBody>
          <a:bodyPr vert="horz" lIns="91440" tIns="45720" rIns="91440" bIns="45720" rtlCol="0" anchor="ctr"/>
          <a:lstStyle>
            <a:lvl1pPr algn="l">
              <a:defRPr sz="1100">
                <a:solidFill>
                  <a:schemeClr val="tx1"/>
                </a:solidFill>
              </a:defRPr>
            </a:lvl1pPr>
          </a:lstStyle>
          <a:p>
            <a:endParaRPr lang="en-US" dirty="0"/>
          </a:p>
        </p:txBody>
      </p:sp>
      <p:sp>
        <p:nvSpPr>
          <p:cNvPr id="4" name="Date Placeholder 3"/>
          <p:cNvSpPr>
            <a:spLocks noGrp="1"/>
          </p:cNvSpPr>
          <p:nvPr>
            <p:ph type="dt" sz="half" idx="2"/>
          </p:nvPr>
        </p:nvSpPr>
        <p:spPr>
          <a:xfrm>
            <a:off x="6932612" y="6155267"/>
            <a:ext cx="1371600" cy="273049"/>
          </a:xfrm>
          <a:prstGeom prst="rect">
            <a:avLst/>
          </a:prstGeom>
        </p:spPr>
        <p:txBody>
          <a:bodyPr vert="horz" lIns="91440" tIns="45720" rIns="91440" bIns="45720" rtlCol="0" anchor="ctr"/>
          <a:lstStyle>
            <a:lvl1pPr algn="r">
              <a:defRPr sz="1100">
                <a:solidFill>
                  <a:schemeClr val="tx1"/>
                </a:solidFill>
              </a:defRPr>
            </a:lvl1pPr>
          </a:lstStyle>
          <a:p>
            <a:endParaRPr lang="en-US" dirty="0"/>
          </a:p>
        </p:txBody>
      </p:sp>
      <p:sp>
        <p:nvSpPr>
          <p:cNvPr id="6" name="Slide Number Placeholder 5"/>
          <p:cNvSpPr>
            <a:spLocks noGrp="1"/>
          </p:cNvSpPr>
          <p:nvPr>
            <p:ph type="sldNum" sz="quarter" idx="4"/>
          </p:nvPr>
        </p:nvSpPr>
        <p:spPr>
          <a:xfrm>
            <a:off x="8532812" y="6155267"/>
            <a:ext cx="1219201" cy="273049"/>
          </a:xfrm>
          <a:prstGeom prst="rect">
            <a:avLst/>
          </a:prstGeom>
        </p:spPr>
        <p:txBody>
          <a:bodyPr vert="horz" lIns="91440" tIns="45720" rIns="91440" bIns="45720" rtlCol="0" anchor="ctr"/>
          <a:lstStyle>
            <a:lvl1pPr algn="r">
              <a:defRPr sz="1100">
                <a:solidFill>
                  <a:schemeClr val="tx1"/>
                </a:solidFill>
              </a:defRPr>
            </a:lvl1pPr>
          </a:lstStyle>
          <a:p>
            <a:fld id="{AAEAE4A8-A6E5-453E-B946-FB774B73F48C}" type="slidenum">
              <a:rPr lang="en-US" smtClean="0"/>
              <a:pPr/>
              <a:t>‹#›</a:t>
            </a:fld>
            <a:endParaRPr lang="en-US" dirty="0"/>
          </a:p>
        </p:txBody>
      </p:sp>
    </p:spTree>
    <p:extLst>
      <p:ext uri="{BB962C8B-B14F-4D97-AF65-F5344CB8AC3E}">
        <p14:creationId xmlns:p14="http://schemas.microsoft.com/office/powerpoint/2010/main" val="1327670427"/>
      </p:ext>
    </p:extLst>
  </p:cSld>
  <p:clrMap bg1="lt1" tx1="dk1" bg2="lt2" tx2="dk2" accent1="accent1" accent2="accent2" accent3="accent3" accent4="accent4" accent5="accent5" accent6="accent6" hlink="hlink" folHlink="folHlink"/>
  <p:sldLayoutIdLst>
    <p:sldLayoutId id="2147483678" r:id="rId1"/>
    <p:sldLayoutId id="2147483672" r:id="rId2"/>
    <p:sldLayoutId id="2147483695" r:id="rId3"/>
    <p:sldLayoutId id="2147483685" r:id="rId4"/>
    <p:sldLayoutId id="2147483662" r:id="rId5"/>
    <p:sldLayoutId id="2147483682" r:id="rId6"/>
    <p:sldLayoutId id="2147483696" r:id="rId7"/>
    <p:sldLayoutId id="2147483693" r:id="rId8"/>
    <p:sldLayoutId id="2147483692" r:id="rId9"/>
    <p:sldLayoutId id="2147483676" r:id="rId10"/>
    <p:sldLayoutId id="2147483665" r:id="rId11"/>
    <p:sldLayoutId id="2147483688" r:id="rId12"/>
    <p:sldLayoutId id="2147483686" r:id="rId13"/>
  </p:sldLayoutIdLst>
  <p:hf hdr="0" ftr="0" dt="0"/>
  <p:txStyles>
    <p:titleStyle>
      <a:lvl1pPr algn="l" defTabSz="914400" rtl="0" eaLnBrk="1" latinLnBrk="0" hangingPunct="1">
        <a:lnSpc>
          <a:spcPct val="80000"/>
        </a:lnSpc>
        <a:spcBef>
          <a:spcPct val="0"/>
        </a:spcBef>
        <a:buNone/>
        <a:defRPr sz="3600" b="1" kern="1200">
          <a:solidFill>
            <a:schemeClr val="tx1">
              <a:lumMod val="85000"/>
              <a:lumOff val="15000"/>
            </a:schemeClr>
          </a:solidFill>
          <a:latin typeface="+mj-lt"/>
          <a:ea typeface="+mj-ea"/>
          <a:cs typeface="+mj-cs"/>
        </a:defRPr>
      </a:lvl1pPr>
    </p:titleStyle>
    <p:bodyStyle>
      <a:lvl1pPr marL="274320" indent="-228600" algn="l" defTabSz="914400" rtl="0" eaLnBrk="1" latinLnBrk="0" hangingPunct="1">
        <a:lnSpc>
          <a:spcPct val="90000"/>
        </a:lnSpc>
        <a:spcBef>
          <a:spcPts val="1800"/>
        </a:spcBef>
        <a:buClr>
          <a:schemeClr val="tx1">
            <a:lumMod val="65000"/>
            <a:lumOff val="35000"/>
          </a:schemeClr>
        </a:buClr>
        <a:buSzPct val="80000"/>
        <a:buFont typeface="Arial" pitchFamily="34" charset="0"/>
        <a:buChar char="•"/>
        <a:defRPr sz="2000" kern="1200">
          <a:solidFill>
            <a:schemeClr val="tx1">
              <a:lumMod val="85000"/>
              <a:lumOff val="15000"/>
            </a:schemeClr>
          </a:solidFill>
          <a:latin typeface="+mn-lt"/>
          <a:ea typeface="+mn-ea"/>
          <a:cs typeface="+mn-cs"/>
        </a:defRPr>
      </a:lvl1pPr>
      <a:lvl2pPr marL="594360" indent="-228600" algn="l" defTabSz="914400" rtl="0" eaLnBrk="1" latinLnBrk="0" hangingPunct="1">
        <a:lnSpc>
          <a:spcPct val="90000"/>
        </a:lnSpc>
        <a:spcBef>
          <a:spcPts val="1000"/>
        </a:spcBef>
        <a:buClr>
          <a:schemeClr val="tx1">
            <a:lumMod val="65000"/>
            <a:lumOff val="35000"/>
          </a:schemeClr>
        </a:buClr>
        <a:buSzPct val="80000"/>
        <a:buFont typeface="Arial" pitchFamily="34" charset="0"/>
        <a:buChar char="•"/>
        <a:defRPr sz="1800" kern="1200">
          <a:solidFill>
            <a:schemeClr val="tx1">
              <a:lumMod val="85000"/>
              <a:lumOff val="15000"/>
            </a:schemeClr>
          </a:solidFill>
          <a:latin typeface="+mn-lt"/>
          <a:ea typeface="+mn-ea"/>
          <a:cs typeface="+mn-cs"/>
        </a:defRPr>
      </a:lvl2pPr>
      <a:lvl3pPr marL="777240" indent="-182880" algn="l" defTabSz="914400" rtl="0" eaLnBrk="1" latinLnBrk="0" hangingPunct="1">
        <a:lnSpc>
          <a:spcPct val="90000"/>
        </a:lnSpc>
        <a:spcBef>
          <a:spcPts val="600"/>
        </a:spcBef>
        <a:buClr>
          <a:schemeClr val="tx1">
            <a:lumMod val="65000"/>
            <a:lumOff val="35000"/>
          </a:schemeClr>
        </a:buClr>
        <a:buSzPct val="80000"/>
        <a:buFont typeface="Arial" pitchFamily="34" charset="0"/>
        <a:buChar char="•"/>
        <a:defRPr sz="1600" kern="1200">
          <a:solidFill>
            <a:schemeClr val="tx1">
              <a:lumMod val="85000"/>
              <a:lumOff val="15000"/>
            </a:schemeClr>
          </a:solidFill>
          <a:latin typeface="+mn-lt"/>
          <a:ea typeface="+mn-ea"/>
          <a:cs typeface="+mn-cs"/>
        </a:defRPr>
      </a:lvl3pPr>
      <a:lvl4pPr marL="960120" indent="-182880" algn="l" defTabSz="914400" rtl="0" eaLnBrk="1" latinLnBrk="0" hangingPunct="1">
        <a:lnSpc>
          <a:spcPct val="90000"/>
        </a:lnSpc>
        <a:spcBef>
          <a:spcPts val="600"/>
        </a:spcBef>
        <a:buClr>
          <a:schemeClr val="tx1">
            <a:lumMod val="65000"/>
            <a:lumOff val="35000"/>
          </a:schemeClr>
        </a:buClr>
        <a:buSzPct val="80000"/>
        <a:buFont typeface="Arial" pitchFamily="34" charset="0"/>
        <a:buChar char="•"/>
        <a:defRPr sz="1400" kern="1200">
          <a:solidFill>
            <a:schemeClr val="tx1">
              <a:lumMod val="85000"/>
              <a:lumOff val="15000"/>
            </a:schemeClr>
          </a:solidFill>
          <a:latin typeface="+mn-lt"/>
          <a:ea typeface="+mn-ea"/>
          <a:cs typeface="+mn-cs"/>
        </a:defRPr>
      </a:lvl4pPr>
      <a:lvl5pPr marL="1097280" indent="-137160" algn="l" defTabSz="914400" rtl="0" eaLnBrk="1" latinLnBrk="0" hangingPunct="1">
        <a:lnSpc>
          <a:spcPct val="90000"/>
        </a:lnSpc>
        <a:spcBef>
          <a:spcPts val="600"/>
        </a:spcBef>
        <a:buClr>
          <a:schemeClr val="tx1">
            <a:lumMod val="65000"/>
            <a:lumOff val="35000"/>
          </a:schemeClr>
        </a:buClr>
        <a:buSzPct val="80000"/>
        <a:buFont typeface="Arial" pitchFamily="34" charset="0"/>
        <a:buChar char="•"/>
        <a:defRPr sz="1400" kern="1200">
          <a:solidFill>
            <a:schemeClr val="tx1">
              <a:lumMod val="85000"/>
              <a:lumOff val="15000"/>
            </a:schemeClr>
          </a:solidFill>
          <a:latin typeface="+mn-lt"/>
          <a:ea typeface="+mn-ea"/>
          <a:cs typeface="+mn-cs"/>
        </a:defRPr>
      </a:lvl5pPr>
      <a:lvl6pPr marL="123444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6pPr>
      <a:lvl7pPr marL="137160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7pPr>
      <a:lvl8pPr marL="150876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8pPr>
      <a:lvl9pPr marL="164592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5.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5.xml"/><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5.xml"/><Relationship Id="rId4" Type="http://schemas.openxmlformats.org/officeDocument/2006/relationships/image" Target="../media/image30.png"/></Relationships>
</file>

<file path=ppt/slides/_rels/slide2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accent2">
                <a:lumMod val="110000"/>
                <a:satMod val="105000"/>
                <a:tint val="67000"/>
                <a:alpha val="0"/>
              </a:schemeClr>
            </a:gs>
            <a:gs pos="100000">
              <a:schemeClr val="bg2"/>
            </a:gs>
          </a:gsLst>
          <a:lin ang="5400000" scaled="0"/>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a:xfrm>
            <a:off x="684212" y="1295400"/>
            <a:ext cx="10287000" cy="3886200"/>
          </a:xfrm>
        </p:spPr>
        <p:txBody>
          <a:bodyPr anchor="b">
            <a:normAutofit fontScale="90000"/>
          </a:bodyPr>
          <a:lstStyle/>
          <a:p>
            <a:r>
              <a:rPr lang="en-US" dirty="0"/>
              <a:t>Comparative Analysis of Naïve Bayes, KNN, and Decision Tree Algorithms in Disaster Prediction</a:t>
            </a:r>
          </a:p>
        </p:txBody>
      </p:sp>
    </p:spTree>
    <p:extLst>
      <p:ext uri="{BB962C8B-B14F-4D97-AF65-F5344CB8AC3E}">
        <p14:creationId xmlns:p14="http://schemas.microsoft.com/office/powerpoint/2010/main" val="36581281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93812" y="609600"/>
            <a:ext cx="4914900" cy="1447800"/>
          </a:xfrm>
        </p:spPr>
        <p:txBody>
          <a:bodyPr anchor="t">
            <a:normAutofit/>
          </a:bodyPr>
          <a:lstStyle/>
          <a:p>
            <a:r>
              <a:rPr lang="en-US" dirty="0"/>
              <a:t>Problem Definition</a:t>
            </a:r>
          </a:p>
        </p:txBody>
      </p:sp>
      <p:sp>
        <p:nvSpPr>
          <p:cNvPr id="14" name="Slide Number Placeholder 13">
            <a:extLst>
              <a:ext uri="{FF2B5EF4-FFF2-40B4-BE49-F238E27FC236}">
                <a16:creationId xmlns:a16="http://schemas.microsoft.com/office/drawing/2014/main" id="{7B95A416-05FC-CE36-FB78-577BDA375306}"/>
              </a:ext>
            </a:extLst>
          </p:cNvPr>
          <p:cNvSpPr>
            <a:spLocks noGrp="1"/>
          </p:cNvSpPr>
          <p:nvPr>
            <p:ph type="sldNum" sz="quarter" idx="12"/>
          </p:nvPr>
        </p:nvSpPr>
        <p:spPr>
          <a:xfrm>
            <a:off x="1" y="609600"/>
            <a:ext cx="760412" cy="381000"/>
          </a:xfrm>
        </p:spPr>
        <p:txBody>
          <a:bodyPr/>
          <a:lstStyle/>
          <a:p>
            <a:fld id="{AAEAE4A8-A6E5-453E-B946-FB774B73F48C}" type="slidenum">
              <a:rPr lang="en-US" smtClean="0"/>
              <a:pPr/>
              <a:t>2</a:t>
            </a:fld>
            <a:endParaRPr lang="en-US" dirty="0"/>
          </a:p>
        </p:txBody>
      </p:sp>
      <p:sp>
        <p:nvSpPr>
          <p:cNvPr id="3" name="Content Placeholder 2"/>
          <p:cNvSpPr>
            <a:spLocks noGrp="1"/>
          </p:cNvSpPr>
          <p:nvPr>
            <p:ph idx="1"/>
          </p:nvPr>
        </p:nvSpPr>
        <p:spPr>
          <a:xfrm>
            <a:off x="1125860" y="1333500"/>
            <a:ext cx="7272808" cy="4267200"/>
          </a:xfrm>
        </p:spPr>
        <p:txBody>
          <a:bodyPr vert="horz" lIns="91440" tIns="45720" rIns="91440" bIns="45720" rtlCol="0" anchor="t">
            <a:normAutofit/>
          </a:bodyPr>
          <a:lstStyle/>
          <a:p>
            <a:pPr marL="331470" indent="-285750">
              <a:buFont typeface="Arial" panose="020B0604020202020204" pitchFamily="34" charset="0"/>
              <a:buChar char="•"/>
            </a:pPr>
            <a:r>
              <a:rPr lang="en-US" dirty="0"/>
              <a:t>Natural disasters such as floods, typhoons, landslides, and earthquakes continue to affect many communities, causing damage to property, disruption of livelihoods, and loss of lives.</a:t>
            </a:r>
          </a:p>
          <a:p>
            <a:pPr marL="331470" indent="-285750">
              <a:buFont typeface="Arial" panose="020B0604020202020204" pitchFamily="34" charset="0"/>
              <a:buChar char="•"/>
            </a:pPr>
            <a:r>
              <a:rPr lang="en-US" dirty="0"/>
              <a:t>With the increasing availability of disaster-related data, machine learning algorithms have become useful tools for analyzing patterns and predicting potential risks.</a:t>
            </a:r>
          </a:p>
          <a:p>
            <a:pPr marL="331470" indent="-285750">
              <a:buFont typeface="Arial" panose="020B0604020202020204" pitchFamily="34" charset="0"/>
              <a:buChar char="•"/>
            </a:pPr>
            <a:r>
              <a:rPr lang="en-US" dirty="0"/>
              <a:t>Algorithms such as Naïve Bayes, K-Nearest Neighbors (KNN), and Decision Tree are commonly used for classification and prediction tasks.</a:t>
            </a:r>
          </a:p>
        </p:txBody>
      </p:sp>
    </p:spTree>
    <p:extLst>
      <p:ext uri="{BB962C8B-B14F-4D97-AF65-F5344CB8AC3E}">
        <p14:creationId xmlns:p14="http://schemas.microsoft.com/office/powerpoint/2010/main" val="16373106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2270442-EF09-9500-8230-E2426AAFFB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E38ED9-FF2E-491B-193A-0D0FB992F6D8}"/>
              </a:ext>
            </a:extLst>
          </p:cNvPr>
          <p:cNvSpPr>
            <a:spLocks noGrp="1"/>
          </p:cNvSpPr>
          <p:nvPr>
            <p:ph type="title"/>
          </p:nvPr>
        </p:nvSpPr>
        <p:spPr>
          <a:xfrm>
            <a:off x="1293812" y="609600"/>
            <a:ext cx="4800600" cy="947192"/>
          </a:xfrm>
        </p:spPr>
        <p:txBody>
          <a:bodyPr anchor="t">
            <a:normAutofit/>
          </a:bodyPr>
          <a:lstStyle/>
          <a:p>
            <a:r>
              <a:rPr lang="en-US" dirty="0"/>
              <a:t>Mathematical and Computational Mode</a:t>
            </a:r>
          </a:p>
        </p:txBody>
      </p:sp>
      <p:sp>
        <p:nvSpPr>
          <p:cNvPr id="14" name="Slide Number Placeholder 13">
            <a:extLst>
              <a:ext uri="{FF2B5EF4-FFF2-40B4-BE49-F238E27FC236}">
                <a16:creationId xmlns:a16="http://schemas.microsoft.com/office/drawing/2014/main" id="{447A4D3C-3EED-EF2A-D6B7-6A92A89E2EB4}"/>
              </a:ext>
            </a:extLst>
          </p:cNvPr>
          <p:cNvSpPr>
            <a:spLocks noGrp="1"/>
          </p:cNvSpPr>
          <p:nvPr>
            <p:ph type="sldNum" sz="quarter" idx="12"/>
          </p:nvPr>
        </p:nvSpPr>
        <p:spPr>
          <a:xfrm>
            <a:off x="1" y="609600"/>
            <a:ext cx="760412" cy="381000"/>
          </a:xfrm>
        </p:spPr>
        <p:txBody>
          <a:bodyPr/>
          <a:lstStyle/>
          <a:p>
            <a:fld id="{AAEAE4A8-A6E5-453E-B946-FB774B73F48C}" type="slidenum">
              <a:rPr lang="en-US" smtClean="0"/>
              <a:pPr/>
              <a:t>3</a:t>
            </a:fld>
            <a:endParaRPr lang="en-US" dirty="0"/>
          </a:p>
        </p:txBody>
      </p:sp>
      <p:sp>
        <p:nvSpPr>
          <p:cNvPr id="3" name="Content Placeholder 2">
            <a:extLst>
              <a:ext uri="{FF2B5EF4-FFF2-40B4-BE49-F238E27FC236}">
                <a16:creationId xmlns:a16="http://schemas.microsoft.com/office/drawing/2014/main" id="{BE904C2E-4BD5-CAD3-C9F3-EE02CB882931}"/>
              </a:ext>
            </a:extLst>
          </p:cNvPr>
          <p:cNvSpPr>
            <a:spLocks noGrp="1"/>
          </p:cNvSpPr>
          <p:nvPr>
            <p:ph idx="1"/>
          </p:nvPr>
        </p:nvSpPr>
        <p:spPr>
          <a:xfrm>
            <a:off x="1125860" y="1844824"/>
            <a:ext cx="7272808" cy="1008112"/>
          </a:xfrm>
        </p:spPr>
        <p:txBody>
          <a:bodyPr vert="horz" lIns="91440" tIns="45720" rIns="91440" bIns="45720" rtlCol="0" anchor="t">
            <a:normAutofit/>
          </a:bodyPr>
          <a:lstStyle/>
          <a:p>
            <a:pPr marL="331470" indent="-285750">
              <a:buFont typeface="Arial" panose="020B0604020202020204" pitchFamily="34" charset="0"/>
              <a:buChar char="•"/>
            </a:pPr>
            <a:r>
              <a:rPr lang="en-US" dirty="0"/>
              <a:t>Algorithms: Naïve Bayes, KNN, and Decision Tree</a:t>
            </a:r>
          </a:p>
          <a:p>
            <a:pPr marL="331470" indent="-285750">
              <a:buFont typeface="Arial" panose="020B0604020202020204" pitchFamily="34" charset="0"/>
              <a:buChar char="•"/>
            </a:pPr>
            <a:r>
              <a:rPr lang="en-US" dirty="0"/>
              <a:t>Used to predict simulation of a disaster</a:t>
            </a:r>
          </a:p>
          <a:p>
            <a:pPr marL="331470" indent="-285750">
              <a:buFont typeface="Arial" panose="020B0604020202020204" pitchFamily="34" charset="0"/>
              <a:buChar char="•"/>
            </a:pPr>
            <a:endParaRPr lang="en-US" dirty="0"/>
          </a:p>
        </p:txBody>
      </p:sp>
      <p:sp>
        <p:nvSpPr>
          <p:cNvPr id="6" name="Title 1">
            <a:extLst>
              <a:ext uri="{FF2B5EF4-FFF2-40B4-BE49-F238E27FC236}">
                <a16:creationId xmlns:a16="http://schemas.microsoft.com/office/drawing/2014/main" id="{56B161CC-2D00-0037-F7F3-7FAE2D8F8C78}"/>
              </a:ext>
            </a:extLst>
          </p:cNvPr>
          <p:cNvSpPr txBox="1">
            <a:spLocks/>
          </p:cNvSpPr>
          <p:nvPr/>
        </p:nvSpPr>
        <p:spPr bwMode="auto">
          <a:xfrm>
            <a:off x="1124063" y="2852936"/>
            <a:ext cx="4800600" cy="576064"/>
          </a:xfrm>
          <a:prstGeom prst="rect">
            <a:avLst/>
          </a:prstGeom>
        </p:spPr>
        <p:txBody>
          <a:bodyPr vert="horz" lIns="91440" tIns="45720" rIns="91440" bIns="45720" rtlCol="0" anchor="t">
            <a:normAutofit/>
          </a:bodyPr>
          <a:lstStyle>
            <a:lvl1pPr algn="l" defTabSz="914400" rtl="0" eaLnBrk="1" latinLnBrk="0" hangingPunct="1">
              <a:lnSpc>
                <a:spcPct val="80000"/>
              </a:lnSpc>
              <a:spcBef>
                <a:spcPct val="0"/>
              </a:spcBef>
              <a:buNone/>
              <a:defRPr sz="3200" b="1" kern="1200" dirty="0">
                <a:solidFill>
                  <a:schemeClr val="tx1">
                    <a:lumMod val="85000"/>
                    <a:lumOff val="15000"/>
                  </a:schemeClr>
                </a:solidFill>
                <a:latin typeface="+mj-lt"/>
                <a:ea typeface="+mj-ea"/>
                <a:cs typeface="+mj-cs"/>
              </a:defRPr>
            </a:lvl1pPr>
          </a:lstStyle>
          <a:p>
            <a:r>
              <a:rPr lang="en-US" dirty="0"/>
              <a:t>Dataset Features</a:t>
            </a:r>
          </a:p>
        </p:txBody>
      </p:sp>
      <p:sp>
        <p:nvSpPr>
          <p:cNvPr id="7" name="Content Placeholder 2">
            <a:extLst>
              <a:ext uri="{FF2B5EF4-FFF2-40B4-BE49-F238E27FC236}">
                <a16:creationId xmlns:a16="http://schemas.microsoft.com/office/drawing/2014/main" id="{42B28171-353E-B8C1-5C11-5E291706B803}"/>
              </a:ext>
            </a:extLst>
          </p:cNvPr>
          <p:cNvSpPr txBox="1">
            <a:spLocks/>
          </p:cNvSpPr>
          <p:nvPr/>
        </p:nvSpPr>
        <p:spPr>
          <a:xfrm>
            <a:off x="1093812" y="3356992"/>
            <a:ext cx="3344416" cy="3168352"/>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chor="t">
            <a:normAutofit fontScale="47500" lnSpcReduction="20000"/>
          </a:bodyPr>
          <a:lstStyle>
            <a:lvl1pPr marL="45720" indent="0" algn="l" defTabSz="914400" rtl="0" eaLnBrk="1" latinLnBrk="0" hangingPunct="1">
              <a:lnSpc>
                <a:spcPct val="110000"/>
              </a:lnSpc>
              <a:spcBef>
                <a:spcPts val="1800"/>
              </a:spcBef>
              <a:buClr>
                <a:schemeClr val="tx1">
                  <a:lumMod val="65000"/>
                  <a:lumOff val="35000"/>
                </a:schemeClr>
              </a:buClr>
              <a:buSzPct val="80000"/>
              <a:buFont typeface="Arial" pitchFamily="34" charset="0"/>
              <a:buNone/>
              <a:defRPr lang="en-US" sz="1800" kern="1200" dirty="0">
                <a:solidFill>
                  <a:schemeClr val="tx1">
                    <a:lumMod val="85000"/>
                    <a:lumOff val="15000"/>
                  </a:schemeClr>
                </a:solidFill>
                <a:latin typeface="+mn-lt"/>
                <a:ea typeface="+mn-lt"/>
                <a:cs typeface="+mn-lt"/>
              </a:defRPr>
            </a:lvl1pPr>
            <a:lvl2pPr marL="365760" indent="0" algn="l" defTabSz="914400" rtl="0" eaLnBrk="1" latinLnBrk="0" hangingPunct="1">
              <a:lnSpc>
                <a:spcPct val="110000"/>
              </a:lnSpc>
              <a:spcBef>
                <a:spcPts val="1000"/>
              </a:spcBef>
              <a:buClr>
                <a:schemeClr val="tx1">
                  <a:lumMod val="65000"/>
                  <a:lumOff val="35000"/>
                </a:schemeClr>
              </a:buClr>
              <a:buSzPct val="80000"/>
              <a:buFont typeface="Arial" panose="020B0604020202020204" pitchFamily="34" charset="0"/>
              <a:buNone/>
              <a:defRPr lang="en-US" sz="1800" kern="1200" dirty="0">
                <a:solidFill>
                  <a:schemeClr val="tx1">
                    <a:lumMod val="85000"/>
                    <a:lumOff val="15000"/>
                  </a:schemeClr>
                </a:solidFill>
                <a:latin typeface="+mn-lt"/>
                <a:ea typeface="+mn-lt"/>
                <a:cs typeface="+mn-lt"/>
              </a:defRPr>
            </a:lvl2pPr>
            <a:lvl3pPr marL="594360" indent="0" algn="l" defTabSz="914400" rtl="0" eaLnBrk="1" latinLnBrk="0" hangingPunct="1">
              <a:lnSpc>
                <a:spcPct val="110000"/>
              </a:lnSpc>
              <a:spcBef>
                <a:spcPts val="600"/>
              </a:spcBef>
              <a:buClr>
                <a:schemeClr val="tx1">
                  <a:lumMod val="65000"/>
                  <a:lumOff val="35000"/>
                </a:schemeClr>
              </a:buClr>
              <a:buSzPct val="80000"/>
              <a:buFont typeface="Arial" pitchFamily="34" charset="0"/>
              <a:buNone/>
              <a:defRPr lang="en-US" sz="1800" kern="1200" dirty="0">
                <a:solidFill>
                  <a:schemeClr val="tx1">
                    <a:lumMod val="85000"/>
                    <a:lumOff val="15000"/>
                  </a:schemeClr>
                </a:solidFill>
                <a:latin typeface="+mn-lt"/>
                <a:ea typeface="+mn-lt"/>
                <a:cs typeface="+mn-lt"/>
              </a:defRPr>
            </a:lvl3pPr>
            <a:lvl4pPr marL="777240" indent="0" algn="l" defTabSz="914400" rtl="0" eaLnBrk="1" latinLnBrk="0" hangingPunct="1">
              <a:lnSpc>
                <a:spcPct val="110000"/>
              </a:lnSpc>
              <a:spcBef>
                <a:spcPts val="600"/>
              </a:spcBef>
              <a:buClr>
                <a:schemeClr val="tx1">
                  <a:lumMod val="65000"/>
                  <a:lumOff val="35000"/>
                </a:schemeClr>
              </a:buClr>
              <a:buSzPct val="80000"/>
              <a:buFont typeface="Arial" pitchFamily="34" charset="0"/>
              <a:buNone/>
              <a:defRPr lang="en-US" sz="1800" kern="1200" dirty="0">
                <a:solidFill>
                  <a:schemeClr val="tx1">
                    <a:lumMod val="85000"/>
                    <a:lumOff val="15000"/>
                  </a:schemeClr>
                </a:solidFill>
                <a:latin typeface="+mn-lt"/>
                <a:ea typeface="+mn-lt"/>
                <a:cs typeface="+mn-lt"/>
              </a:defRPr>
            </a:lvl4pPr>
            <a:lvl5pPr marL="960120" indent="0" algn="l" defTabSz="914400" rtl="0" eaLnBrk="1" latinLnBrk="0" hangingPunct="1">
              <a:lnSpc>
                <a:spcPct val="110000"/>
              </a:lnSpc>
              <a:spcBef>
                <a:spcPts val="600"/>
              </a:spcBef>
              <a:buClr>
                <a:schemeClr val="tx1">
                  <a:lumMod val="65000"/>
                  <a:lumOff val="35000"/>
                </a:schemeClr>
              </a:buClr>
              <a:buSzPct val="80000"/>
              <a:buFont typeface="Arial" pitchFamily="34" charset="0"/>
              <a:buNone/>
              <a:defRPr sz="1800" kern="1200" dirty="0">
                <a:solidFill>
                  <a:schemeClr val="tx1">
                    <a:lumMod val="85000"/>
                    <a:lumOff val="15000"/>
                  </a:schemeClr>
                </a:solidFill>
                <a:latin typeface="+mn-lt"/>
                <a:ea typeface="+mn-lt"/>
                <a:cs typeface="+mn-lt"/>
              </a:defRPr>
            </a:lvl5pPr>
            <a:lvl6pPr marL="123444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6pPr>
            <a:lvl7pPr marL="137160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7pPr>
            <a:lvl8pPr marL="150876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8pPr>
            <a:lvl9pPr marL="164592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9pPr>
          </a:lstStyle>
          <a:p>
            <a:r>
              <a:rPr lang="en-PH" sz="3800" u="sng" dirty="0"/>
              <a:t>Naïve Bayes</a:t>
            </a:r>
            <a:endParaRPr lang="en-PH" sz="3800" dirty="0"/>
          </a:p>
          <a:p>
            <a:r>
              <a:rPr lang="en-PH" sz="2500" dirty="0"/>
              <a:t>Cloud Density → Low=1, Medium=2, High=3</a:t>
            </a:r>
          </a:p>
          <a:p>
            <a:r>
              <a:rPr lang="en-PH" sz="2500" dirty="0"/>
              <a:t>Humidity → Low=1, Medium=2, High=3</a:t>
            </a:r>
          </a:p>
          <a:p>
            <a:r>
              <a:rPr lang="en-PH" sz="2500" dirty="0"/>
              <a:t>Rainfall (Typhoon) → Light=1, Moderate=2, Heavy=3</a:t>
            </a:r>
          </a:p>
          <a:p>
            <a:r>
              <a:rPr lang="en-PH" sz="2500" dirty="0"/>
              <a:t>Wind Speed → Weak=1, Moderate=2, Strong=3</a:t>
            </a:r>
          </a:p>
          <a:p>
            <a:r>
              <a:rPr lang="en-PH" sz="2500" dirty="0"/>
              <a:t>Typhoon Warning → No=0, Yes=1</a:t>
            </a:r>
          </a:p>
        </p:txBody>
      </p:sp>
      <p:sp>
        <p:nvSpPr>
          <p:cNvPr id="8" name="Content Placeholder 2">
            <a:extLst>
              <a:ext uri="{FF2B5EF4-FFF2-40B4-BE49-F238E27FC236}">
                <a16:creationId xmlns:a16="http://schemas.microsoft.com/office/drawing/2014/main" id="{064B3B1C-BC7E-9F59-33E8-78027D8E5536}"/>
              </a:ext>
            </a:extLst>
          </p:cNvPr>
          <p:cNvSpPr txBox="1">
            <a:spLocks/>
          </p:cNvSpPr>
          <p:nvPr/>
        </p:nvSpPr>
        <p:spPr>
          <a:xfrm>
            <a:off x="4468479" y="3366655"/>
            <a:ext cx="3282119" cy="2881745"/>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chor="t">
            <a:normAutofit fontScale="77500" lnSpcReduction="20000"/>
          </a:bodyPr>
          <a:lstStyle>
            <a:lvl1pPr marL="45720" indent="0" algn="l" defTabSz="914400" rtl="0" eaLnBrk="1" latinLnBrk="0" hangingPunct="1">
              <a:lnSpc>
                <a:spcPct val="110000"/>
              </a:lnSpc>
              <a:spcBef>
                <a:spcPts val="1800"/>
              </a:spcBef>
              <a:buClr>
                <a:schemeClr val="tx1">
                  <a:lumMod val="65000"/>
                  <a:lumOff val="35000"/>
                </a:schemeClr>
              </a:buClr>
              <a:buSzPct val="80000"/>
              <a:buFont typeface="Arial" pitchFamily="34" charset="0"/>
              <a:buNone/>
              <a:defRPr lang="en-US" sz="1800" kern="1200" dirty="0">
                <a:solidFill>
                  <a:schemeClr val="tx1">
                    <a:lumMod val="85000"/>
                    <a:lumOff val="15000"/>
                  </a:schemeClr>
                </a:solidFill>
                <a:latin typeface="+mn-lt"/>
                <a:ea typeface="+mn-lt"/>
                <a:cs typeface="+mn-lt"/>
              </a:defRPr>
            </a:lvl1pPr>
            <a:lvl2pPr marL="365760" indent="0" algn="l" defTabSz="914400" rtl="0" eaLnBrk="1" latinLnBrk="0" hangingPunct="1">
              <a:lnSpc>
                <a:spcPct val="110000"/>
              </a:lnSpc>
              <a:spcBef>
                <a:spcPts val="1000"/>
              </a:spcBef>
              <a:buClr>
                <a:schemeClr val="tx1">
                  <a:lumMod val="65000"/>
                  <a:lumOff val="35000"/>
                </a:schemeClr>
              </a:buClr>
              <a:buSzPct val="80000"/>
              <a:buFont typeface="Arial" panose="020B0604020202020204" pitchFamily="34" charset="0"/>
              <a:buNone/>
              <a:defRPr lang="en-US" sz="1800" kern="1200" dirty="0">
                <a:solidFill>
                  <a:schemeClr val="tx1">
                    <a:lumMod val="85000"/>
                    <a:lumOff val="15000"/>
                  </a:schemeClr>
                </a:solidFill>
                <a:latin typeface="+mn-lt"/>
                <a:ea typeface="+mn-lt"/>
                <a:cs typeface="+mn-lt"/>
              </a:defRPr>
            </a:lvl2pPr>
            <a:lvl3pPr marL="594360" indent="0" algn="l" defTabSz="914400" rtl="0" eaLnBrk="1" latinLnBrk="0" hangingPunct="1">
              <a:lnSpc>
                <a:spcPct val="110000"/>
              </a:lnSpc>
              <a:spcBef>
                <a:spcPts val="600"/>
              </a:spcBef>
              <a:buClr>
                <a:schemeClr val="tx1">
                  <a:lumMod val="65000"/>
                  <a:lumOff val="35000"/>
                </a:schemeClr>
              </a:buClr>
              <a:buSzPct val="80000"/>
              <a:buFont typeface="Arial" pitchFamily="34" charset="0"/>
              <a:buNone/>
              <a:defRPr lang="en-US" sz="1800" kern="1200" dirty="0">
                <a:solidFill>
                  <a:schemeClr val="tx1">
                    <a:lumMod val="85000"/>
                    <a:lumOff val="15000"/>
                  </a:schemeClr>
                </a:solidFill>
                <a:latin typeface="+mn-lt"/>
                <a:ea typeface="+mn-lt"/>
                <a:cs typeface="+mn-lt"/>
              </a:defRPr>
            </a:lvl3pPr>
            <a:lvl4pPr marL="777240" indent="0" algn="l" defTabSz="914400" rtl="0" eaLnBrk="1" latinLnBrk="0" hangingPunct="1">
              <a:lnSpc>
                <a:spcPct val="110000"/>
              </a:lnSpc>
              <a:spcBef>
                <a:spcPts val="600"/>
              </a:spcBef>
              <a:buClr>
                <a:schemeClr val="tx1">
                  <a:lumMod val="65000"/>
                  <a:lumOff val="35000"/>
                </a:schemeClr>
              </a:buClr>
              <a:buSzPct val="80000"/>
              <a:buFont typeface="Arial" pitchFamily="34" charset="0"/>
              <a:buNone/>
              <a:defRPr lang="en-US" sz="1800" kern="1200" dirty="0">
                <a:solidFill>
                  <a:schemeClr val="tx1">
                    <a:lumMod val="85000"/>
                    <a:lumOff val="15000"/>
                  </a:schemeClr>
                </a:solidFill>
                <a:latin typeface="+mn-lt"/>
                <a:ea typeface="+mn-lt"/>
                <a:cs typeface="+mn-lt"/>
              </a:defRPr>
            </a:lvl4pPr>
            <a:lvl5pPr marL="960120" indent="0" algn="l" defTabSz="914400" rtl="0" eaLnBrk="1" latinLnBrk="0" hangingPunct="1">
              <a:lnSpc>
                <a:spcPct val="110000"/>
              </a:lnSpc>
              <a:spcBef>
                <a:spcPts val="600"/>
              </a:spcBef>
              <a:buClr>
                <a:schemeClr val="tx1">
                  <a:lumMod val="65000"/>
                  <a:lumOff val="35000"/>
                </a:schemeClr>
              </a:buClr>
              <a:buSzPct val="80000"/>
              <a:buFont typeface="Arial" pitchFamily="34" charset="0"/>
              <a:buNone/>
              <a:defRPr sz="1800" kern="1200" dirty="0">
                <a:solidFill>
                  <a:schemeClr val="tx1">
                    <a:lumMod val="85000"/>
                    <a:lumOff val="15000"/>
                  </a:schemeClr>
                </a:solidFill>
                <a:latin typeface="+mn-lt"/>
                <a:ea typeface="+mn-lt"/>
                <a:cs typeface="+mn-lt"/>
              </a:defRPr>
            </a:lvl5pPr>
            <a:lvl6pPr marL="123444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6pPr>
            <a:lvl7pPr marL="137160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7pPr>
            <a:lvl8pPr marL="150876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8pPr>
            <a:lvl9pPr marL="164592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9pPr>
          </a:lstStyle>
          <a:p>
            <a:r>
              <a:rPr lang="en-US" sz="2300" u="sng" dirty="0"/>
              <a:t>KNN</a:t>
            </a:r>
            <a:endParaRPr lang="en-US" sz="4000" dirty="0"/>
          </a:p>
          <a:p>
            <a:r>
              <a:rPr lang="en-US" sz="1500" dirty="0"/>
              <a:t>Rainfall Intensity → Very Light=1, Light=2, Moderate=3, Heavy=4, Very Heavy=5</a:t>
            </a:r>
          </a:p>
          <a:p>
            <a:r>
              <a:rPr lang="en-US" sz="1500" dirty="0"/>
              <a:t>Water Level → Below ankle=1, Knee=2, Waist=3, Chest=4, Above chest=5</a:t>
            </a:r>
          </a:p>
          <a:p>
            <a:r>
              <a:rPr lang="en-US" sz="1500" dirty="0"/>
              <a:t>Wind Strength → Weak=1, Moderate=2, Strong=3, Very Strong=4</a:t>
            </a:r>
          </a:p>
          <a:p>
            <a:r>
              <a:rPr lang="en-US" sz="1500" dirty="0"/>
              <a:t>Flood Risk → Low=1, Medium=2, High=3</a:t>
            </a:r>
          </a:p>
        </p:txBody>
      </p:sp>
      <p:sp>
        <p:nvSpPr>
          <p:cNvPr id="10" name="TextBox 9">
            <a:extLst>
              <a:ext uri="{FF2B5EF4-FFF2-40B4-BE49-F238E27FC236}">
                <a16:creationId xmlns:a16="http://schemas.microsoft.com/office/drawing/2014/main" id="{2EF5AF19-81CD-0DC9-DCD1-6C5F9509B2D9}"/>
              </a:ext>
            </a:extLst>
          </p:cNvPr>
          <p:cNvSpPr txBox="1"/>
          <p:nvPr/>
        </p:nvSpPr>
        <p:spPr>
          <a:xfrm>
            <a:off x="7780849" y="3356992"/>
            <a:ext cx="3570147" cy="3123932"/>
          </a:xfrm>
          <a:prstGeom prst="rect">
            <a:avLst/>
          </a:prstGeom>
          <a:ln/>
        </p:spPr>
        <p:style>
          <a:lnRef idx="2">
            <a:schemeClr val="dk1"/>
          </a:lnRef>
          <a:fillRef idx="1">
            <a:schemeClr val="lt1"/>
          </a:fillRef>
          <a:effectRef idx="0">
            <a:schemeClr val="dk1"/>
          </a:effectRef>
          <a:fontRef idx="minor">
            <a:schemeClr val="dk1"/>
          </a:fontRef>
        </p:style>
        <p:txBody>
          <a:bodyPr wrap="square">
            <a:spAutoFit/>
          </a:bodyPr>
          <a:lstStyle/>
          <a:p>
            <a:r>
              <a:rPr lang="en-PH" u="sng" dirty="0"/>
              <a:t>Decision Tree</a:t>
            </a:r>
          </a:p>
          <a:p>
            <a:endParaRPr lang="en-PH" sz="1100" dirty="0"/>
          </a:p>
          <a:p>
            <a:r>
              <a:rPr lang="en-PH" sz="1200" dirty="0"/>
              <a:t>Rainfall (Disaster) → Light=1, Moderate=2, Heavy=3</a:t>
            </a:r>
          </a:p>
          <a:p>
            <a:endParaRPr lang="en-PH" sz="1200" dirty="0"/>
          </a:p>
          <a:p>
            <a:r>
              <a:rPr lang="en-PH" sz="1200" dirty="0"/>
              <a:t>River Overflow → No=0, Yes=1</a:t>
            </a:r>
          </a:p>
          <a:p>
            <a:endParaRPr lang="en-PH" sz="1200" dirty="0"/>
          </a:p>
          <a:p>
            <a:r>
              <a:rPr lang="en-PH" sz="1200" dirty="0"/>
              <a:t>Soil Condition → Stable=2, Weak=1</a:t>
            </a:r>
          </a:p>
          <a:p>
            <a:endParaRPr lang="en-PH" sz="1200" dirty="0"/>
          </a:p>
          <a:p>
            <a:r>
              <a:rPr lang="en-PH" sz="1200" dirty="0"/>
              <a:t>Wind Intensity → Weak=1, Moderate=2, Strong=3</a:t>
            </a:r>
          </a:p>
          <a:p>
            <a:endParaRPr lang="en-PH" sz="1200" dirty="0"/>
          </a:p>
          <a:p>
            <a:r>
              <a:rPr lang="en-PH" sz="1200" dirty="0"/>
              <a:t>Disaster Severity → Low=1, Moderate=2, Severe=3</a:t>
            </a:r>
          </a:p>
          <a:p>
            <a:br>
              <a:rPr lang="en-PH" sz="1200" dirty="0"/>
            </a:br>
            <a:endParaRPr lang="en-PH" sz="1200" dirty="0"/>
          </a:p>
        </p:txBody>
      </p:sp>
    </p:spTree>
    <p:extLst>
      <p:ext uri="{BB962C8B-B14F-4D97-AF65-F5344CB8AC3E}">
        <p14:creationId xmlns:p14="http://schemas.microsoft.com/office/powerpoint/2010/main" val="25444728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620FC53-256A-B0A7-57A0-BF0BDA8402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FCE816-57DB-9232-4E5C-A8D18CDA89B4}"/>
              </a:ext>
            </a:extLst>
          </p:cNvPr>
          <p:cNvSpPr>
            <a:spLocks noGrp="1"/>
          </p:cNvSpPr>
          <p:nvPr>
            <p:ph type="title"/>
          </p:nvPr>
        </p:nvSpPr>
        <p:spPr>
          <a:xfrm>
            <a:off x="1293812" y="609600"/>
            <a:ext cx="4800600" cy="947192"/>
          </a:xfrm>
        </p:spPr>
        <p:txBody>
          <a:bodyPr anchor="t">
            <a:normAutofit/>
          </a:bodyPr>
          <a:lstStyle/>
          <a:p>
            <a:r>
              <a:rPr lang="en-US" dirty="0"/>
              <a:t>Naïve Bayes</a:t>
            </a:r>
          </a:p>
        </p:txBody>
      </p:sp>
      <p:sp>
        <p:nvSpPr>
          <p:cNvPr id="14" name="Slide Number Placeholder 13">
            <a:extLst>
              <a:ext uri="{FF2B5EF4-FFF2-40B4-BE49-F238E27FC236}">
                <a16:creationId xmlns:a16="http://schemas.microsoft.com/office/drawing/2014/main" id="{541166A8-640D-726E-7DFE-EFEB0BB9F809}"/>
              </a:ext>
            </a:extLst>
          </p:cNvPr>
          <p:cNvSpPr>
            <a:spLocks noGrp="1"/>
          </p:cNvSpPr>
          <p:nvPr>
            <p:ph type="sldNum" sz="quarter" idx="12"/>
          </p:nvPr>
        </p:nvSpPr>
        <p:spPr>
          <a:xfrm>
            <a:off x="1" y="609600"/>
            <a:ext cx="760412" cy="381000"/>
          </a:xfrm>
        </p:spPr>
        <p:txBody>
          <a:bodyPr/>
          <a:lstStyle/>
          <a:p>
            <a:fld id="{AAEAE4A8-A6E5-453E-B946-FB774B73F48C}" type="slidenum">
              <a:rPr lang="en-US" smtClean="0"/>
              <a:pPr/>
              <a:t>4</a:t>
            </a:fld>
            <a:endParaRPr lang="en-US" dirty="0"/>
          </a:p>
        </p:txBody>
      </p:sp>
      <p:sp>
        <p:nvSpPr>
          <p:cNvPr id="3" name="Content Placeholder 2">
            <a:extLst>
              <a:ext uri="{FF2B5EF4-FFF2-40B4-BE49-F238E27FC236}">
                <a16:creationId xmlns:a16="http://schemas.microsoft.com/office/drawing/2014/main" id="{9E6E9EFC-0545-4910-45DE-17BF682EF6A0}"/>
              </a:ext>
            </a:extLst>
          </p:cNvPr>
          <p:cNvSpPr>
            <a:spLocks noGrp="1"/>
          </p:cNvSpPr>
          <p:nvPr>
            <p:ph idx="1"/>
          </p:nvPr>
        </p:nvSpPr>
        <p:spPr>
          <a:xfrm>
            <a:off x="1125860" y="1556792"/>
            <a:ext cx="7272808" cy="1872208"/>
          </a:xfrm>
        </p:spPr>
        <p:txBody>
          <a:bodyPr vert="horz" lIns="91440" tIns="45720" rIns="91440" bIns="45720" rtlCol="0" anchor="t">
            <a:normAutofit/>
          </a:bodyPr>
          <a:lstStyle/>
          <a:p>
            <a:pPr marL="331470" indent="-285750">
              <a:buFont typeface="Arial" panose="020B0604020202020204" pitchFamily="34" charset="0"/>
              <a:buChar char="•"/>
            </a:pPr>
            <a:r>
              <a:rPr lang="en-US" dirty="0"/>
              <a:t>Features Used: Cloud Density, Humidity, Rainfall, Wind Speed → Typhoon Warning</a:t>
            </a:r>
          </a:p>
          <a:p>
            <a:pPr marL="331470" indent="-285750">
              <a:buFont typeface="Arial" panose="020B0604020202020204" pitchFamily="34" charset="0"/>
              <a:buChar char="•"/>
            </a:pPr>
            <a:r>
              <a:rPr lang="en-US" dirty="0"/>
              <a:t>Formula: </a:t>
            </a:r>
          </a:p>
          <a:p>
            <a:r>
              <a:rPr lang="en-US" dirty="0"/>
              <a:t>Example:</a:t>
            </a:r>
          </a:p>
          <a:p>
            <a:endParaRPr lang="en-US" dirty="0"/>
          </a:p>
        </p:txBody>
      </p:sp>
      <p:pic>
        <p:nvPicPr>
          <p:cNvPr id="1028" name="Picture 4">
            <a:extLst>
              <a:ext uri="{FF2B5EF4-FFF2-40B4-BE49-F238E27FC236}">
                <a16:creationId xmlns:a16="http://schemas.microsoft.com/office/drawing/2014/main" id="{26EF22EC-C7CF-3D55-4E3C-63FCE90672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38028" y="2348880"/>
            <a:ext cx="2160240" cy="504056"/>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a:extLst>
              <a:ext uri="{FF2B5EF4-FFF2-40B4-BE49-F238E27FC236}">
                <a16:creationId xmlns:a16="http://schemas.microsoft.com/office/drawing/2014/main" id="{C99AF60B-FE5D-4AFB-678E-8C9822F86C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57908" y="3356991"/>
            <a:ext cx="7344816" cy="31135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380342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8F535B5-BEA8-6C43-9859-5AE7D3CC75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38F2F0-382D-B97A-E5A6-12C4369EC18B}"/>
              </a:ext>
            </a:extLst>
          </p:cNvPr>
          <p:cNvSpPr>
            <a:spLocks noGrp="1"/>
          </p:cNvSpPr>
          <p:nvPr>
            <p:ph type="title"/>
          </p:nvPr>
        </p:nvSpPr>
        <p:spPr>
          <a:xfrm>
            <a:off x="1293812" y="609600"/>
            <a:ext cx="4800600" cy="947192"/>
          </a:xfrm>
        </p:spPr>
        <p:txBody>
          <a:bodyPr anchor="t">
            <a:normAutofit/>
          </a:bodyPr>
          <a:lstStyle/>
          <a:p>
            <a:r>
              <a:rPr lang="en-US" dirty="0"/>
              <a:t>Naïve Bayes</a:t>
            </a:r>
          </a:p>
        </p:txBody>
      </p:sp>
      <p:sp>
        <p:nvSpPr>
          <p:cNvPr id="14" name="Slide Number Placeholder 13">
            <a:extLst>
              <a:ext uri="{FF2B5EF4-FFF2-40B4-BE49-F238E27FC236}">
                <a16:creationId xmlns:a16="http://schemas.microsoft.com/office/drawing/2014/main" id="{1E367C6F-F502-FA1A-8E82-435F858E2E5B}"/>
              </a:ext>
            </a:extLst>
          </p:cNvPr>
          <p:cNvSpPr>
            <a:spLocks noGrp="1"/>
          </p:cNvSpPr>
          <p:nvPr>
            <p:ph type="sldNum" sz="quarter" idx="12"/>
          </p:nvPr>
        </p:nvSpPr>
        <p:spPr>
          <a:xfrm>
            <a:off x="1" y="609600"/>
            <a:ext cx="760412" cy="381000"/>
          </a:xfrm>
        </p:spPr>
        <p:txBody>
          <a:bodyPr/>
          <a:lstStyle/>
          <a:p>
            <a:fld id="{AAEAE4A8-A6E5-453E-B946-FB774B73F48C}" type="slidenum">
              <a:rPr lang="en-US" smtClean="0"/>
              <a:pPr/>
              <a:t>5</a:t>
            </a:fld>
            <a:endParaRPr lang="en-US" dirty="0"/>
          </a:p>
        </p:txBody>
      </p:sp>
      <mc:AlternateContent xmlns:mc="http://schemas.openxmlformats.org/markup-compatibility/2006" xmlns:a14="http://schemas.microsoft.com/office/drawing/2010/main">
        <mc:Choice Requires="a14">
          <p:sp>
            <p:nvSpPr>
              <p:cNvPr id="6" name="Content Placeholder 2">
                <a:extLst>
                  <a:ext uri="{FF2B5EF4-FFF2-40B4-BE49-F238E27FC236}">
                    <a16:creationId xmlns:a16="http://schemas.microsoft.com/office/drawing/2014/main" id="{BF9507FF-53DA-893F-8974-A4BB728705A2}"/>
                  </a:ext>
                </a:extLst>
              </p:cNvPr>
              <p:cNvSpPr>
                <a:spLocks noGrp="1"/>
              </p:cNvSpPr>
              <p:nvPr>
                <p:ph idx="1"/>
              </p:nvPr>
            </p:nvSpPr>
            <p:spPr>
              <a:xfrm>
                <a:off x="1288946" y="2870611"/>
                <a:ext cx="8477874" cy="1296144"/>
              </a:xfrm>
            </p:spPr>
            <p:txBody>
              <a:bodyPr vert="horz" lIns="91440" tIns="45720" rIns="91440" bIns="45720" rtlCol="0" anchor="t">
                <a:normAutofit fontScale="77500" lnSpcReduction="20000"/>
              </a:bodyPr>
              <a:lstStyle/>
              <a:p>
                <a:pPr marL="331470" indent="-285750">
                  <a:buFont typeface="Arial" panose="020B0604020202020204" pitchFamily="34" charset="0"/>
                  <a:buChar char="•"/>
                </a:pPr>
                <a:r>
                  <a:rPr lang="en-US" dirty="0"/>
                  <a:t>Step 1: Compute probabilities of P(Class)</a:t>
                </a:r>
              </a:p>
              <a:p>
                <a:pPr marL="651510" lvl="1" indent="-285750">
                  <a:buFont typeface="Arial" panose="020B0604020202020204" pitchFamily="34" charset="0"/>
                  <a:buChar char="•"/>
                </a:pPr>
                <a14:m>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𝑌𝑒𝑠</m:t>
                        </m:r>
                      </m:e>
                    </m:d>
                    <m:r>
                      <a:rPr lang="en-US" b="0" i="1" smtClean="0">
                        <a:latin typeface="Cambria Math" panose="02040503050406030204" pitchFamily="18" charset="0"/>
                      </a:rPr>
                      <m:t>=</m:t>
                    </m:r>
                    <m:f>
                      <m:fPr>
                        <m:ctrlPr>
                          <a:rPr lang="en-US" i="1" smtClean="0">
                            <a:latin typeface="Cambria Math" panose="02040503050406030204" pitchFamily="18" charset="0"/>
                          </a:rPr>
                        </m:ctrlPr>
                      </m:fPr>
                      <m:num>
                        <m:r>
                          <a:rPr lang="en-US" b="0" i="1" smtClean="0">
                            <a:latin typeface="Cambria Math" panose="02040503050406030204" pitchFamily="18" charset="0"/>
                          </a:rPr>
                          <m:t>8</m:t>
                        </m:r>
                      </m:num>
                      <m:den>
                        <m:r>
                          <a:rPr lang="en-US" b="0" i="1" smtClean="0">
                            <a:latin typeface="Cambria Math" panose="02040503050406030204" pitchFamily="18" charset="0"/>
                          </a:rPr>
                          <m:t>10</m:t>
                        </m:r>
                      </m:den>
                    </m:f>
                    <m:r>
                      <a:rPr lang="en-US" b="0" i="1" smtClean="0">
                        <a:latin typeface="Cambria Math" panose="02040503050406030204" pitchFamily="18" charset="0"/>
                      </a:rPr>
                      <m:t>=0.8</m:t>
                    </m:r>
                  </m:oMath>
                </a14:m>
                <a:endParaRPr lang="en-US" dirty="0"/>
              </a:p>
              <a:p>
                <a:pPr marL="651510" lvl="1" indent="-285750">
                  <a:buFont typeface="Arial" panose="020B0604020202020204" pitchFamily="34" charset="0"/>
                  <a:buChar char="•"/>
                </a:pPr>
                <a14:m>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𝑁𝑜</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2</m:t>
                        </m:r>
                      </m:num>
                      <m:den>
                        <m:r>
                          <a:rPr lang="en-US" b="0" i="1" smtClean="0">
                            <a:latin typeface="Cambria Math" panose="02040503050406030204" pitchFamily="18" charset="0"/>
                          </a:rPr>
                          <m:t>10</m:t>
                        </m:r>
                      </m:den>
                    </m:f>
                    <m:r>
                      <a:rPr lang="en-US" b="0" i="1" smtClean="0">
                        <a:latin typeface="Cambria Math" panose="02040503050406030204" pitchFamily="18" charset="0"/>
                      </a:rPr>
                      <m:t>=0.2</m:t>
                    </m:r>
                  </m:oMath>
                </a14:m>
                <a:br>
                  <a:rPr lang="es-ES" dirty="0"/>
                </a:br>
                <a:endParaRPr lang="en-US" dirty="0"/>
              </a:p>
            </p:txBody>
          </p:sp>
        </mc:Choice>
        <mc:Fallback xmlns="">
          <p:sp>
            <p:nvSpPr>
              <p:cNvPr id="6" name="Content Placeholder 2">
                <a:extLst>
                  <a:ext uri="{FF2B5EF4-FFF2-40B4-BE49-F238E27FC236}">
                    <a16:creationId xmlns:a16="http://schemas.microsoft.com/office/drawing/2014/main" id="{BF9507FF-53DA-893F-8974-A4BB728705A2}"/>
                  </a:ext>
                </a:extLst>
              </p:cNvPr>
              <p:cNvSpPr>
                <a:spLocks noGrp="1" noRot="1" noChangeAspect="1" noMove="1" noResize="1" noEditPoints="1" noAdjustHandles="1" noChangeArrowheads="1" noChangeShapeType="1" noTextEdit="1"/>
              </p:cNvSpPr>
              <p:nvPr>
                <p:ph idx="1"/>
              </p:nvPr>
            </p:nvSpPr>
            <p:spPr>
              <a:xfrm>
                <a:off x="1288946" y="2870611"/>
                <a:ext cx="8477874" cy="1296144"/>
              </a:xfrm>
              <a:blipFill>
                <a:blip r:embed="rId2"/>
                <a:stretch>
                  <a:fillRect t="-2817"/>
                </a:stretch>
              </a:blipFill>
            </p:spPr>
            <p:txBody>
              <a:bodyPr/>
              <a:lstStyle/>
              <a:p>
                <a:r>
                  <a:rPr lang="en-PH">
                    <a:noFill/>
                  </a:rPr>
                  <a:t> </a:t>
                </a:r>
              </a:p>
            </p:txBody>
          </p:sp>
        </mc:Fallback>
      </mc:AlternateContent>
      <p:sp>
        <p:nvSpPr>
          <p:cNvPr id="7" name="Content Placeholder 2">
            <a:extLst>
              <a:ext uri="{FF2B5EF4-FFF2-40B4-BE49-F238E27FC236}">
                <a16:creationId xmlns:a16="http://schemas.microsoft.com/office/drawing/2014/main" id="{60FBCAAE-098C-49F9-BAF1-42FA1374A17C}"/>
              </a:ext>
            </a:extLst>
          </p:cNvPr>
          <p:cNvSpPr txBox="1">
            <a:spLocks/>
          </p:cNvSpPr>
          <p:nvPr/>
        </p:nvSpPr>
        <p:spPr>
          <a:xfrm>
            <a:off x="1288946" y="4007575"/>
            <a:ext cx="8477874" cy="1296144"/>
          </a:xfrm>
          <a:prstGeom prst="rect">
            <a:avLst/>
          </a:prstGeom>
        </p:spPr>
        <p:txBody>
          <a:bodyPr vert="horz" lIns="91440" tIns="45720" rIns="91440" bIns="45720" rtlCol="0" anchor="t">
            <a:normAutofit/>
          </a:bodyPr>
          <a:lstStyle>
            <a:lvl1pPr marL="45720" indent="0" algn="l" defTabSz="914400" rtl="0" eaLnBrk="1" latinLnBrk="0" hangingPunct="1">
              <a:lnSpc>
                <a:spcPct val="110000"/>
              </a:lnSpc>
              <a:spcBef>
                <a:spcPts val="1800"/>
              </a:spcBef>
              <a:buClr>
                <a:schemeClr val="tx1">
                  <a:lumMod val="65000"/>
                  <a:lumOff val="35000"/>
                </a:schemeClr>
              </a:buClr>
              <a:buSzPct val="80000"/>
              <a:buFont typeface="Arial" pitchFamily="34" charset="0"/>
              <a:buNone/>
              <a:defRPr lang="en-US" sz="1800" kern="1200" dirty="0">
                <a:solidFill>
                  <a:schemeClr val="tx1">
                    <a:lumMod val="85000"/>
                    <a:lumOff val="15000"/>
                  </a:schemeClr>
                </a:solidFill>
                <a:latin typeface="+mn-lt"/>
                <a:ea typeface="+mn-lt"/>
                <a:cs typeface="+mn-lt"/>
              </a:defRPr>
            </a:lvl1pPr>
            <a:lvl2pPr marL="365760" indent="0" algn="l" defTabSz="914400" rtl="0" eaLnBrk="1" latinLnBrk="0" hangingPunct="1">
              <a:lnSpc>
                <a:spcPct val="110000"/>
              </a:lnSpc>
              <a:spcBef>
                <a:spcPts val="1000"/>
              </a:spcBef>
              <a:buClr>
                <a:schemeClr val="tx1">
                  <a:lumMod val="65000"/>
                  <a:lumOff val="35000"/>
                </a:schemeClr>
              </a:buClr>
              <a:buSzPct val="80000"/>
              <a:buFont typeface="Arial" panose="020B0604020202020204" pitchFamily="34" charset="0"/>
              <a:buNone/>
              <a:defRPr lang="en-US" sz="1800" kern="1200" dirty="0">
                <a:solidFill>
                  <a:schemeClr val="tx1">
                    <a:lumMod val="85000"/>
                    <a:lumOff val="15000"/>
                  </a:schemeClr>
                </a:solidFill>
                <a:latin typeface="+mn-lt"/>
                <a:ea typeface="+mn-lt"/>
                <a:cs typeface="+mn-lt"/>
              </a:defRPr>
            </a:lvl2pPr>
            <a:lvl3pPr marL="594360" indent="0" algn="l" defTabSz="914400" rtl="0" eaLnBrk="1" latinLnBrk="0" hangingPunct="1">
              <a:lnSpc>
                <a:spcPct val="110000"/>
              </a:lnSpc>
              <a:spcBef>
                <a:spcPts val="600"/>
              </a:spcBef>
              <a:buClr>
                <a:schemeClr val="tx1">
                  <a:lumMod val="65000"/>
                  <a:lumOff val="35000"/>
                </a:schemeClr>
              </a:buClr>
              <a:buSzPct val="80000"/>
              <a:buFont typeface="Arial" pitchFamily="34" charset="0"/>
              <a:buNone/>
              <a:defRPr lang="en-US" sz="1800" kern="1200" dirty="0">
                <a:solidFill>
                  <a:schemeClr val="tx1">
                    <a:lumMod val="85000"/>
                    <a:lumOff val="15000"/>
                  </a:schemeClr>
                </a:solidFill>
                <a:latin typeface="+mn-lt"/>
                <a:ea typeface="+mn-lt"/>
                <a:cs typeface="+mn-lt"/>
              </a:defRPr>
            </a:lvl3pPr>
            <a:lvl4pPr marL="777240" indent="0" algn="l" defTabSz="914400" rtl="0" eaLnBrk="1" latinLnBrk="0" hangingPunct="1">
              <a:lnSpc>
                <a:spcPct val="110000"/>
              </a:lnSpc>
              <a:spcBef>
                <a:spcPts val="600"/>
              </a:spcBef>
              <a:buClr>
                <a:schemeClr val="tx1">
                  <a:lumMod val="65000"/>
                  <a:lumOff val="35000"/>
                </a:schemeClr>
              </a:buClr>
              <a:buSzPct val="80000"/>
              <a:buFont typeface="Arial" pitchFamily="34" charset="0"/>
              <a:buNone/>
              <a:defRPr lang="en-US" sz="1800" kern="1200" dirty="0">
                <a:solidFill>
                  <a:schemeClr val="tx1">
                    <a:lumMod val="85000"/>
                    <a:lumOff val="15000"/>
                  </a:schemeClr>
                </a:solidFill>
                <a:latin typeface="+mn-lt"/>
                <a:ea typeface="+mn-lt"/>
                <a:cs typeface="+mn-lt"/>
              </a:defRPr>
            </a:lvl4pPr>
            <a:lvl5pPr marL="960120" indent="0" algn="l" defTabSz="914400" rtl="0" eaLnBrk="1" latinLnBrk="0" hangingPunct="1">
              <a:lnSpc>
                <a:spcPct val="110000"/>
              </a:lnSpc>
              <a:spcBef>
                <a:spcPts val="600"/>
              </a:spcBef>
              <a:buClr>
                <a:schemeClr val="tx1">
                  <a:lumMod val="65000"/>
                  <a:lumOff val="35000"/>
                </a:schemeClr>
              </a:buClr>
              <a:buSzPct val="80000"/>
              <a:buFont typeface="Arial" pitchFamily="34" charset="0"/>
              <a:buNone/>
              <a:defRPr sz="1800" kern="1200" dirty="0">
                <a:solidFill>
                  <a:schemeClr val="tx1">
                    <a:lumMod val="85000"/>
                    <a:lumOff val="15000"/>
                  </a:schemeClr>
                </a:solidFill>
                <a:latin typeface="+mn-lt"/>
                <a:ea typeface="+mn-lt"/>
                <a:cs typeface="+mn-lt"/>
              </a:defRPr>
            </a:lvl5pPr>
            <a:lvl6pPr marL="123444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6pPr>
            <a:lvl7pPr marL="137160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7pPr>
            <a:lvl8pPr marL="150876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8pPr>
            <a:lvl9pPr marL="164592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9pPr>
          </a:lstStyle>
          <a:p>
            <a:pPr marL="331470" indent="-285750">
              <a:buFont typeface="Arial" panose="020B0604020202020204" pitchFamily="34" charset="0"/>
              <a:buChar char="•"/>
            </a:pPr>
            <a:r>
              <a:rPr lang="en-PH" sz="1400" dirty="0"/>
              <a:t>Step 2: Compute likelihoods of P(</a:t>
            </a:r>
            <a:r>
              <a:rPr lang="en-PH" sz="1400" dirty="0" err="1"/>
              <a:t>Feature|Class</a:t>
            </a:r>
            <a:r>
              <a:rPr lang="en-PH" sz="1400" dirty="0"/>
              <a:t>)</a:t>
            </a:r>
            <a:br>
              <a:rPr lang="ar-AE" sz="1400" dirty="0"/>
            </a:br>
            <a:endParaRPr lang="ar-AE" sz="1400" dirty="0"/>
          </a:p>
        </p:txBody>
      </p:sp>
      <p:sp>
        <p:nvSpPr>
          <p:cNvPr id="8" name="Content Placeholder 2">
            <a:extLst>
              <a:ext uri="{FF2B5EF4-FFF2-40B4-BE49-F238E27FC236}">
                <a16:creationId xmlns:a16="http://schemas.microsoft.com/office/drawing/2014/main" id="{F3A31AB3-6CEF-D8A4-002C-EC500D213672}"/>
              </a:ext>
            </a:extLst>
          </p:cNvPr>
          <p:cNvSpPr txBox="1">
            <a:spLocks/>
          </p:cNvSpPr>
          <p:nvPr/>
        </p:nvSpPr>
        <p:spPr>
          <a:xfrm>
            <a:off x="1267289" y="1085575"/>
            <a:ext cx="8477874" cy="1296144"/>
          </a:xfrm>
          <a:prstGeom prst="rect">
            <a:avLst/>
          </a:prstGeom>
        </p:spPr>
        <p:txBody>
          <a:bodyPr vert="horz" lIns="91440" tIns="45720" rIns="91440" bIns="45720" rtlCol="0" anchor="t">
            <a:normAutofit/>
          </a:bodyPr>
          <a:lstStyle>
            <a:lvl1pPr marL="45720" indent="0" algn="l" defTabSz="914400" rtl="0" eaLnBrk="1" latinLnBrk="0" hangingPunct="1">
              <a:lnSpc>
                <a:spcPct val="110000"/>
              </a:lnSpc>
              <a:spcBef>
                <a:spcPts val="1800"/>
              </a:spcBef>
              <a:buClr>
                <a:schemeClr val="tx1">
                  <a:lumMod val="65000"/>
                  <a:lumOff val="35000"/>
                </a:schemeClr>
              </a:buClr>
              <a:buSzPct val="80000"/>
              <a:buFont typeface="Arial" pitchFamily="34" charset="0"/>
              <a:buNone/>
              <a:defRPr lang="en-US" sz="1800" kern="1200" dirty="0">
                <a:solidFill>
                  <a:schemeClr val="tx1">
                    <a:lumMod val="85000"/>
                    <a:lumOff val="15000"/>
                  </a:schemeClr>
                </a:solidFill>
                <a:latin typeface="+mn-lt"/>
                <a:ea typeface="+mn-lt"/>
                <a:cs typeface="+mn-lt"/>
              </a:defRPr>
            </a:lvl1pPr>
            <a:lvl2pPr marL="365760" indent="0" algn="l" defTabSz="914400" rtl="0" eaLnBrk="1" latinLnBrk="0" hangingPunct="1">
              <a:lnSpc>
                <a:spcPct val="110000"/>
              </a:lnSpc>
              <a:spcBef>
                <a:spcPts val="1000"/>
              </a:spcBef>
              <a:buClr>
                <a:schemeClr val="tx1">
                  <a:lumMod val="65000"/>
                  <a:lumOff val="35000"/>
                </a:schemeClr>
              </a:buClr>
              <a:buSzPct val="80000"/>
              <a:buFont typeface="Arial" panose="020B0604020202020204" pitchFamily="34" charset="0"/>
              <a:buNone/>
              <a:defRPr lang="en-US" sz="1800" kern="1200" dirty="0">
                <a:solidFill>
                  <a:schemeClr val="tx1">
                    <a:lumMod val="85000"/>
                    <a:lumOff val="15000"/>
                  </a:schemeClr>
                </a:solidFill>
                <a:latin typeface="+mn-lt"/>
                <a:ea typeface="+mn-lt"/>
                <a:cs typeface="+mn-lt"/>
              </a:defRPr>
            </a:lvl2pPr>
            <a:lvl3pPr marL="594360" indent="0" algn="l" defTabSz="914400" rtl="0" eaLnBrk="1" latinLnBrk="0" hangingPunct="1">
              <a:lnSpc>
                <a:spcPct val="110000"/>
              </a:lnSpc>
              <a:spcBef>
                <a:spcPts val="600"/>
              </a:spcBef>
              <a:buClr>
                <a:schemeClr val="tx1">
                  <a:lumMod val="65000"/>
                  <a:lumOff val="35000"/>
                </a:schemeClr>
              </a:buClr>
              <a:buSzPct val="80000"/>
              <a:buFont typeface="Arial" pitchFamily="34" charset="0"/>
              <a:buNone/>
              <a:defRPr lang="en-US" sz="1800" kern="1200" dirty="0">
                <a:solidFill>
                  <a:schemeClr val="tx1">
                    <a:lumMod val="85000"/>
                    <a:lumOff val="15000"/>
                  </a:schemeClr>
                </a:solidFill>
                <a:latin typeface="+mn-lt"/>
                <a:ea typeface="+mn-lt"/>
                <a:cs typeface="+mn-lt"/>
              </a:defRPr>
            </a:lvl3pPr>
            <a:lvl4pPr marL="777240" indent="0" algn="l" defTabSz="914400" rtl="0" eaLnBrk="1" latinLnBrk="0" hangingPunct="1">
              <a:lnSpc>
                <a:spcPct val="110000"/>
              </a:lnSpc>
              <a:spcBef>
                <a:spcPts val="600"/>
              </a:spcBef>
              <a:buClr>
                <a:schemeClr val="tx1">
                  <a:lumMod val="65000"/>
                  <a:lumOff val="35000"/>
                </a:schemeClr>
              </a:buClr>
              <a:buSzPct val="80000"/>
              <a:buFont typeface="Arial" pitchFamily="34" charset="0"/>
              <a:buNone/>
              <a:defRPr lang="en-US" sz="1800" kern="1200" dirty="0">
                <a:solidFill>
                  <a:schemeClr val="tx1">
                    <a:lumMod val="85000"/>
                    <a:lumOff val="15000"/>
                  </a:schemeClr>
                </a:solidFill>
                <a:latin typeface="+mn-lt"/>
                <a:ea typeface="+mn-lt"/>
                <a:cs typeface="+mn-lt"/>
              </a:defRPr>
            </a:lvl4pPr>
            <a:lvl5pPr marL="960120" indent="0" algn="l" defTabSz="914400" rtl="0" eaLnBrk="1" latinLnBrk="0" hangingPunct="1">
              <a:lnSpc>
                <a:spcPct val="110000"/>
              </a:lnSpc>
              <a:spcBef>
                <a:spcPts val="600"/>
              </a:spcBef>
              <a:buClr>
                <a:schemeClr val="tx1">
                  <a:lumMod val="65000"/>
                  <a:lumOff val="35000"/>
                </a:schemeClr>
              </a:buClr>
              <a:buSzPct val="80000"/>
              <a:buFont typeface="Arial" pitchFamily="34" charset="0"/>
              <a:buNone/>
              <a:defRPr sz="1800" kern="1200" dirty="0">
                <a:solidFill>
                  <a:schemeClr val="tx1">
                    <a:lumMod val="85000"/>
                    <a:lumOff val="15000"/>
                  </a:schemeClr>
                </a:solidFill>
                <a:latin typeface="+mn-lt"/>
                <a:ea typeface="+mn-lt"/>
                <a:cs typeface="+mn-lt"/>
              </a:defRPr>
            </a:lvl5pPr>
            <a:lvl6pPr marL="123444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6pPr>
            <a:lvl7pPr marL="137160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7pPr>
            <a:lvl8pPr marL="150876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8pPr>
            <a:lvl9pPr marL="164592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9pPr>
          </a:lstStyle>
          <a:p>
            <a:pPr marL="331470" indent="-285750">
              <a:buFont typeface="Arial" panose="020B0604020202020204" pitchFamily="34" charset="0"/>
              <a:buChar char="•"/>
            </a:pPr>
            <a:endParaRPr lang="ar-AE" dirty="0"/>
          </a:p>
        </p:txBody>
      </p:sp>
      <p:sp>
        <p:nvSpPr>
          <p:cNvPr id="10" name="TextBox 9">
            <a:extLst>
              <a:ext uri="{FF2B5EF4-FFF2-40B4-BE49-F238E27FC236}">
                <a16:creationId xmlns:a16="http://schemas.microsoft.com/office/drawing/2014/main" id="{20DEA3F9-7829-30B5-A016-3DB91779F09A}"/>
              </a:ext>
            </a:extLst>
          </p:cNvPr>
          <p:cNvSpPr txBox="1"/>
          <p:nvPr/>
        </p:nvSpPr>
        <p:spPr>
          <a:xfrm>
            <a:off x="1288946" y="1210427"/>
            <a:ext cx="6161808" cy="1477328"/>
          </a:xfrm>
          <a:prstGeom prst="rect">
            <a:avLst/>
          </a:prstGeom>
          <a:noFill/>
          <a:ln>
            <a:solidFill>
              <a:schemeClr val="bg2"/>
            </a:solidFill>
          </a:ln>
        </p:spPr>
        <p:txBody>
          <a:bodyPr wrap="square">
            <a:spAutoFit/>
          </a:bodyPr>
          <a:lstStyle/>
          <a:p>
            <a:pPr marL="285750" indent="-285750">
              <a:buFont typeface="Arial" panose="020B0604020202020204" pitchFamily="34" charset="0"/>
              <a:buChar char="•"/>
            </a:pPr>
            <a:r>
              <a:rPr lang="en-US" sz="1800" dirty="0">
                <a:latin typeface="+mj-lt"/>
                <a:ea typeface="Cambria Math" panose="02040503050406030204" pitchFamily="18" charset="0"/>
              </a:rPr>
              <a:t>Test Instance:</a:t>
            </a:r>
          </a:p>
          <a:p>
            <a:pPr marL="742950" lvl="1" indent="-285750">
              <a:buFont typeface="Arial" panose="020B0604020202020204" pitchFamily="34" charset="0"/>
              <a:buChar char="•"/>
            </a:pPr>
            <a:r>
              <a:rPr lang="en-US" dirty="0">
                <a:latin typeface="+mj-lt"/>
                <a:ea typeface="Cambria Math" panose="02040503050406030204" pitchFamily="18" charset="0"/>
              </a:rPr>
              <a:t>Cloud Density = 2(Medium)</a:t>
            </a:r>
          </a:p>
          <a:p>
            <a:pPr marL="742950" lvl="1" indent="-285750">
              <a:buFont typeface="Arial" panose="020B0604020202020204" pitchFamily="34" charset="0"/>
              <a:buChar char="•"/>
            </a:pPr>
            <a:r>
              <a:rPr lang="en-US" dirty="0">
                <a:latin typeface="+mj-lt"/>
                <a:ea typeface="Cambria Math" panose="02040503050406030204" pitchFamily="18" charset="0"/>
              </a:rPr>
              <a:t>Humidity = 3 (High)</a:t>
            </a:r>
          </a:p>
          <a:p>
            <a:pPr marL="742950" lvl="1" indent="-285750">
              <a:buFont typeface="Arial" panose="020B0604020202020204" pitchFamily="34" charset="0"/>
              <a:buChar char="•"/>
            </a:pPr>
            <a:r>
              <a:rPr lang="en-US" dirty="0">
                <a:latin typeface="+mj-lt"/>
                <a:ea typeface="Cambria Math" panose="02040503050406030204" pitchFamily="18" charset="0"/>
              </a:rPr>
              <a:t>Rainfall = 3 (Heavy) </a:t>
            </a:r>
          </a:p>
          <a:p>
            <a:pPr marL="742950" lvl="1" indent="-285750">
              <a:buFont typeface="Arial" panose="020B0604020202020204" pitchFamily="34" charset="0"/>
              <a:buChar char="•"/>
            </a:pPr>
            <a:r>
              <a:rPr lang="en-US" dirty="0">
                <a:latin typeface="+mj-lt"/>
                <a:ea typeface="Cambria Math" panose="02040503050406030204" pitchFamily="18" charset="0"/>
              </a:rPr>
              <a:t>Wind Speed = 3 (Strong )</a:t>
            </a:r>
            <a:endParaRPr lang="en-PH" dirty="0">
              <a:latin typeface="+mj-lt"/>
              <a:ea typeface="Cambria Math" panose="02040503050406030204" pitchFamily="18" charset="0"/>
            </a:endParaRPr>
          </a:p>
        </p:txBody>
      </p:sp>
      <p:pic>
        <p:nvPicPr>
          <p:cNvPr id="2052" name="Picture 4">
            <a:extLst>
              <a:ext uri="{FF2B5EF4-FFF2-40B4-BE49-F238E27FC236}">
                <a16:creationId xmlns:a16="http://schemas.microsoft.com/office/drawing/2014/main" id="{32669016-BFFD-9B18-0450-1E56DD4ABA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73932" y="4398844"/>
            <a:ext cx="3024336" cy="945105"/>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a:extLst>
              <a:ext uri="{FF2B5EF4-FFF2-40B4-BE49-F238E27FC236}">
                <a16:creationId xmlns:a16="http://schemas.microsoft.com/office/drawing/2014/main" id="{CFE7D027-98D9-B942-056F-B7303427E64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42284" y="4398843"/>
            <a:ext cx="3024336" cy="958205"/>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a:extLst>
              <a:ext uri="{FF2B5EF4-FFF2-40B4-BE49-F238E27FC236}">
                <a16:creationId xmlns:a16="http://schemas.microsoft.com/office/drawing/2014/main" id="{FE51371B-C8C3-99BF-A5C0-174D4E15696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73932" y="5495925"/>
            <a:ext cx="3024336" cy="775723"/>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a:extLst>
              <a:ext uri="{FF2B5EF4-FFF2-40B4-BE49-F238E27FC236}">
                <a16:creationId xmlns:a16="http://schemas.microsoft.com/office/drawing/2014/main" id="{A0FA47EC-A62F-782A-D65B-DBAFB54B5A0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42284" y="5500123"/>
            <a:ext cx="3024336" cy="8220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655732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32CF448-B719-79CC-BFD5-E79FC78146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4977B0-DB16-4868-DB21-13B6A67AD34D}"/>
              </a:ext>
            </a:extLst>
          </p:cNvPr>
          <p:cNvSpPr>
            <a:spLocks noGrp="1"/>
          </p:cNvSpPr>
          <p:nvPr>
            <p:ph type="title"/>
          </p:nvPr>
        </p:nvSpPr>
        <p:spPr>
          <a:xfrm>
            <a:off x="1293812" y="609600"/>
            <a:ext cx="4800600" cy="947192"/>
          </a:xfrm>
        </p:spPr>
        <p:txBody>
          <a:bodyPr anchor="t">
            <a:normAutofit/>
          </a:bodyPr>
          <a:lstStyle/>
          <a:p>
            <a:r>
              <a:rPr lang="en-US" dirty="0"/>
              <a:t>Naïve Bayes</a:t>
            </a:r>
          </a:p>
        </p:txBody>
      </p:sp>
      <p:sp>
        <p:nvSpPr>
          <p:cNvPr id="14" name="Slide Number Placeholder 13">
            <a:extLst>
              <a:ext uri="{FF2B5EF4-FFF2-40B4-BE49-F238E27FC236}">
                <a16:creationId xmlns:a16="http://schemas.microsoft.com/office/drawing/2014/main" id="{58F81041-86E5-C9CB-B395-E2AACBB42396}"/>
              </a:ext>
            </a:extLst>
          </p:cNvPr>
          <p:cNvSpPr>
            <a:spLocks noGrp="1"/>
          </p:cNvSpPr>
          <p:nvPr>
            <p:ph type="sldNum" sz="quarter" idx="12"/>
          </p:nvPr>
        </p:nvSpPr>
        <p:spPr>
          <a:xfrm>
            <a:off x="1" y="609600"/>
            <a:ext cx="760412" cy="381000"/>
          </a:xfrm>
        </p:spPr>
        <p:txBody>
          <a:bodyPr/>
          <a:lstStyle/>
          <a:p>
            <a:fld id="{AAEAE4A8-A6E5-453E-B946-FB774B73F48C}" type="slidenum">
              <a:rPr lang="en-US" smtClean="0"/>
              <a:pPr/>
              <a:t>6</a:t>
            </a:fld>
            <a:endParaRPr lang="en-US" dirty="0"/>
          </a:p>
        </p:txBody>
      </p:sp>
      <p:sp>
        <p:nvSpPr>
          <p:cNvPr id="6" name="Content Placeholder 2">
            <a:extLst>
              <a:ext uri="{FF2B5EF4-FFF2-40B4-BE49-F238E27FC236}">
                <a16:creationId xmlns:a16="http://schemas.microsoft.com/office/drawing/2014/main" id="{4EEA0F3C-EBF5-BC17-BB6E-618598F47BED}"/>
              </a:ext>
            </a:extLst>
          </p:cNvPr>
          <p:cNvSpPr>
            <a:spLocks noGrp="1"/>
          </p:cNvSpPr>
          <p:nvPr>
            <p:ph idx="1"/>
          </p:nvPr>
        </p:nvSpPr>
        <p:spPr>
          <a:xfrm>
            <a:off x="1293812" y="1268760"/>
            <a:ext cx="8477874" cy="1296144"/>
          </a:xfrm>
        </p:spPr>
        <p:txBody>
          <a:bodyPr vert="horz" lIns="91440" tIns="45720" rIns="91440" bIns="45720" rtlCol="0" anchor="t">
            <a:normAutofit/>
          </a:bodyPr>
          <a:lstStyle/>
          <a:p>
            <a:pPr marL="331470" indent="-285750">
              <a:buFont typeface="Arial" panose="020B0604020202020204" pitchFamily="34" charset="0"/>
              <a:buChar char="•"/>
            </a:pPr>
            <a:r>
              <a:rPr lang="en-US" sz="1400" dirty="0"/>
              <a:t>Step 3: Multiply them together</a:t>
            </a:r>
          </a:p>
          <a:p>
            <a:pPr marL="651510" lvl="1" indent="-285750">
              <a:buFont typeface="Arial" panose="020B0604020202020204" pitchFamily="34" charset="0"/>
              <a:buChar char="•"/>
            </a:pPr>
            <a:r>
              <a:rPr lang="en-US" sz="1400" dirty="0"/>
              <a:t>Sample 1 (Medium, Medium, Heavy, Strong </a:t>
            </a:r>
            <a:r>
              <a:rPr lang="en-PH" sz="1400" dirty="0"/>
              <a:t>→ Yes):</a:t>
            </a:r>
          </a:p>
          <a:p>
            <a:pPr marL="880110" lvl="2" indent="-285750">
              <a:buFont typeface="Arial" panose="020B0604020202020204" pitchFamily="34" charset="0"/>
              <a:buChar char="•"/>
            </a:pPr>
            <a:r>
              <a:rPr lang="en-PH" sz="1400" dirty="0"/>
              <a:t>P(Yes) = 0.375 * 0.5 * 0.75 * 0.75 = 0.11</a:t>
            </a:r>
          </a:p>
          <a:p>
            <a:pPr marL="880110" lvl="2" indent="-285750">
              <a:buFont typeface="Arial" panose="020B0604020202020204" pitchFamily="34" charset="0"/>
              <a:buChar char="•"/>
            </a:pPr>
            <a:r>
              <a:rPr lang="en-US" sz="1400" dirty="0"/>
              <a:t>P(No) = 1 * 1 * 0 * 0 = 0</a:t>
            </a:r>
          </a:p>
        </p:txBody>
      </p:sp>
      <p:sp>
        <p:nvSpPr>
          <p:cNvPr id="3" name="Content Placeholder 2">
            <a:extLst>
              <a:ext uri="{FF2B5EF4-FFF2-40B4-BE49-F238E27FC236}">
                <a16:creationId xmlns:a16="http://schemas.microsoft.com/office/drawing/2014/main" id="{CC34E15F-D5B0-C26D-93BC-1D8958AF2AFC}"/>
              </a:ext>
            </a:extLst>
          </p:cNvPr>
          <p:cNvSpPr txBox="1">
            <a:spLocks/>
          </p:cNvSpPr>
          <p:nvPr/>
        </p:nvSpPr>
        <p:spPr>
          <a:xfrm>
            <a:off x="1293812" y="2636912"/>
            <a:ext cx="8477874" cy="1296144"/>
          </a:xfrm>
          <a:prstGeom prst="rect">
            <a:avLst/>
          </a:prstGeom>
        </p:spPr>
        <p:txBody>
          <a:bodyPr vert="horz" lIns="91440" tIns="45720" rIns="91440" bIns="45720" rtlCol="0" anchor="t">
            <a:normAutofit/>
          </a:bodyPr>
          <a:lstStyle>
            <a:lvl1pPr marL="45720" indent="0" algn="l" defTabSz="914400" rtl="0" eaLnBrk="1" latinLnBrk="0" hangingPunct="1">
              <a:lnSpc>
                <a:spcPct val="110000"/>
              </a:lnSpc>
              <a:spcBef>
                <a:spcPts val="1800"/>
              </a:spcBef>
              <a:buClr>
                <a:schemeClr val="tx1">
                  <a:lumMod val="65000"/>
                  <a:lumOff val="35000"/>
                </a:schemeClr>
              </a:buClr>
              <a:buSzPct val="80000"/>
              <a:buFont typeface="Arial" pitchFamily="34" charset="0"/>
              <a:buNone/>
              <a:defRPr lang="en-US" sz="1800" kern="1200" dirty="0">
                <a:solidFill>
                  <a:schemeClr val="tx1">
                    <a:lumMod val="85000"/>
                    <a:lumOff val="15000"/>
                  </a:schemeClr>
                </a:solidFill>
                <a:latin typeface="+mn-lt"/>
                <a:ea typeface="+mn-lt"/>
                <a:cs typeface="+mn-lt"/>
              </a:defRPr>
            </a:lvl1pPr>
            <a:lvl2pPr marL="365760" indent="0" algn="l" defTabSz="914400" rtl="0" eaLnBrk="1" latinLnBrk="0" hangingPunct="1">
              <a:lnSpc>
                <a:spcPct val="110000"/>
              </a:lnSpc>
              <a:spcBef>
                <a:spcPts val="1000"/>
              </a:spcBef>
              <a:buClr>
                <a:schemeClr val="tx1">
                  <a:lumMod val="65000"/>
                  <a:lumOff val="35000"/>
                </a:schemeClr>
              </a:buClr>
              <a:buSzPct val="80000"/>
              <a:buFont typeface="Arial" panose="020B0604020202020204" pitchFamily="34" charset="0"/>
              <a:buNone/>
              <a:defRPr lang="en-US" sz="1800" kern="1200" dirty="0">
                <a:solidFill>
                  <a:schemeClr val="tx1">
                    <a:lumMod val="85000"/>
                    <a:lumOff val="15000"/>
                  </a:schemeClr>
                </a:solidFill>
                <a:latin typeface="+mn-lt"/>
                <a:ea typeface="+mn-lt"/>
                <a:cs typeface="+mn-lt"/>
              </a:defRPr>
            </a:lvl2pPr>
            <a:lvl3pPr marL="594360" indent="0" algn="l" defTabSz="914400" rtl="0" eaLnBrk="1" latinLnBrk="0" hangingPunct="1">
              <a:lnSpc>
                <a:spcPct val="110000"/>
              </a:lnSpc>
              <a:spcBef>
                <a:spcPts val="600"/>
              </a:spcBef>
              <a:buClr>
                <a:schemeClr val="tx1">
                  <a:lumMod val="65000"/>
                  <a:lumOff val="35000"/>
                </a:schemeClr>
              </a:buClr>
              <a:buSzPct val="80000"/>
              <a:buFont typeface="Arial" pitchFamily="34" charset="0"/>
              <a:buNone/>
              <a:defRPr lang="en-US" sz="1800" kern="1200" dirty="0">
                <a:solidFill>
                  <a:schemeClr val="tx1">
                    <a:lumMod val="85000"/>
                    <a:lumOff val="15000"/>
                  </a:schemeClr>
                </a:solidFill>
                <a:latin typeface="+mn-lt"/>
                <a:ea typeface="+mn-lt"/>
                <a:cs typeface="+mn-lt"/>
              </a:defRPr>
            </a:lvl3pPr>
            <a:lvl4pPr marL="777240" indent="0" algn="l" defTabSz="914400" rtl="0" eaLnBrk="1" latinLnBrk="0" hangingPunct="1">
              <a:lnSpc>
                <a:spcPct val="110000"/>
              </a:lnSpc>
              <a:spcBef>
                <a:spcPts val="600"/>
              </a:spcBef>
              <a:buClr>
                <a:schemeClr val="tx1">
                  <a:lumMod val="65000"/>
                  <a:lumOff val="35000"/>
                </a:schemeClr>
              </a:buClr>
              <a:buSzPct val="80000"/>
              <a:buFont typeface="Arial" pitchFamily="34" charset="0"/>
              <a:buNone/>
              <a:defRPr lang="en-US" sz="1800" kern="1200" dirty="0">
                <a:solidFill>
                  <a:schemeClr val="tx1">
                    <a:lumMod val="85000"/>
                    <a:lumOff val="15000"/>
                  </a:schemeClr>
                </a:solidFill>
                <a:latin typeface="+mn-lt"/>
                <a:ea typeface="+mn-lt"/>
                <a:cs typeface="+mn-lt"/>
              </a:defRPr>
            </a:lvl4pPr>
            <a:lvl5pPr marL="960120" indent="0" algn="l" defTabSz="914400" rtl="0" eaLnBrk="1" latinLnBrk="0" hangingPunct="1">
              <a:lnSpc>
                <a:spcPct val="110000"/>
              </a:lnSpc>
              <a:spcBef>
                <a:spcPts val="600"/>
              </a:spcBef>
              <a:buClr>
                <a:schemeClr val="tx1">
                  <a:lumMod val="65000"/>
                  <a:lumOff val="35000"/>
                </a:schemeClr>
              </a:buClr>
              <a:buSzPct val="80000"/>
              <a:buFont typeface="Arial" pitchFamily="34" charset="0"/>
              <a:buNone/>
              <a:defRPr sz="1800" kern="1200" dirty="0">
                <a:solidFill>
                  <a:schemeClr val="tx1">
                    <a:lumMod val="85000"/>
                    <a:lumOff val="15000"/>
                  </a:schemeClr>
                </a:solidFill>
                <a:latin typeface="+mn-lt"/>
                <a:ea typeface="+mn-lt"/>
                <a:cs typeface="+mn-lt"/>
              </a:defRPr>
            </a:lvl5pPr>
            <a:lvl6pPr marL="123444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6pPr>
            <a:lvl7pPr marL="137160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7pPr>
            <a:lvl8pPr marL="150876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8pPr>
            <a:lvl9pPr marL="164592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9pPr>
          </a:lstStyle>
          <a:p>
            <a:pPr marL="331470" indent="-285750">
              <a:buFont typeface="Arial" panose="020B0604020202020204" pitchFamily="34" charset="0"/>
              <a:buChar char="•"/>
            </a:pPr>
            <a:r>
              <a:rPr lang="en-US" sz="1400" dirty="0"/>
              <a:t>Step 4: Normalize Results</a:t>
            </a:r>
          </a:p>
          <a:p>
            <a:pPr marL="651510" lvl="1" indent="-285750">
              <a:buFont typeface="Arial" panose="020B0604020202020204" pitchFamily="34" charset="0"/>
              <a:buChar char="•"/>
            </a:pPr>
            <a:r>
              <a:rPr lang="en-US" sz="1400" dirty="0"/>
              <a:t>Test Instance (Medium, High, Heavy, Strong ):</a:t>
            </a:r>
          </a:p>
          <a:p>
            <a:pPr marL="880110" lvl="2" indent="-285750">
              <a:buFont typeface="Arial" pitchFamily="34" charset="0"/>
              <a:buChar char="•"/>
            </a:pPr>
            <a:r>
              <a:rPr lang="en-US" sz="1400" dirty="0"/>
              <a:t>P(Yes) = 0.375 * 0.375 * 0.75 * 0.75 = 0.08</a:t>
            </a:r>
          </a:p>
          <a:p>
            <a:pPr marL="880110" lvl="2" indent="-285750">
              <a:buFont typeface="Arial" pitchFamily="34" charset="0"/>
              <a:buChar char="•"/>
            </a:pPr>
            <a:r>
              <a:rPr lang="en-US" sz="1400" dirty="0"/>
              <a:t>P(No) = 1 * 0 * 0 * 0 = 0</a:t>
            </a:r>
          </a:p>
        </p:txBody>
      </p:sp>
      <p:sp>
        <p:nvSpPr>
          <p:cNvPr id="4" name="Content Placeholder 2">
            <a:extLst>
              <a:ext uri="{FF2B5EF4-FFF2-40B4-BE49-F238E27FC236}">
                <a16:creationId xmlns:a16="http://schemas.microsoft.com/office/drawing/2014/main" id="{035DB5F3-6B5C-DAF0-CB4F-213EBFF14901}"/>
              </a:ext>
            </a:extLst>
          </p:cNvPr>
          <p:cNvSpPr txBox="1">
            <a:spLocks/>
          </p:cNvSpPr>
          <p:nvPr/>
        </p:nvSpPr>
        <p:spPr>
          <a:xfrm>
            <a:off x="1262833" y="4005064"/>
            <a:ext cx="8477874" cy="865212"/>
          </a:xfrm>
          <a:prstGeom prst="rect">
            <a:avLst/>
          </a:prstGeom>
        </p:spPr>
        <p:txBody>
          <a:bodyPr vert="horz" lIns="91440" tIns="45720" rIns="91440" bIns="45720" rtlCol="0" anchor="t">
            <a:normAutofit lnSpcReduction="10000"/>
          </a:bodyPr>
          <a:lstStyle>
            <a:lvl1pPr marL="45720" indent="0" algn="l" defTabSz="914400" rtl="0" eaLnBrk="1" latinLnBrk="0" hangingPunct="1">
              <a:lnSpc>
                <a:spcPct val="110000"/>
              </a:lnSpc>
              <a:spcBef>
                <a:spcPts val="1800"/>
              </a:spcBef>
              <a:buClr>
                <a:schemeClr val="tx1">
                  <a:lumMod val="65000"/>
                  <a:lumOff val="35000"/>
                </a:schemeClr>
              </a:buClr>
              <a:buSzPct val="80000"/>
              <a:buFont typeface="Arial" pitchFamily="34" charset="0"/>
              <a:buNone/>
              <a:defRPr lang="en-US" sz="1800" kern="1200" dirty="0">
                <a:solidFill>
                  <a:schemeClr val="tx1">
                    <a:lumMod val="85000"/>
                    <a:lumOff val="15000"/>
                  </a:schemeClr>
                </a:solidFill>
                <a:latin typeface="+mn-lt"/>
                <a:ea typeface="+mn-lt"/>
                <a:cs typeface="+mn-lt"/>
              </a:defRPr>
            </a:lvl1pPr>
            <a:lvl2pPr marL="365760" indent="0" algn="l" defTabSz="914400" rtl="0" eaLnBrk="1" latinLnBrk="0" hangingPunct="1">
              <a:lnSpc>
                <a:spcPct val="110000"/>
              </a:lnSpc>
              <a:spcBef>
                <a:spcPts val="1000"/>
              </a:spcBef>
              <a:buClr>
                <a:schemeClr val="tx1">
                  <a:lumMod val="65000"/>
                  <a:lumOff val="35000"/>
                </a:schemeClr>
              </a:buClr>
              <a:buSzPct val="80000"/>
              <a:buFont typeface="Arial" panose="020B0604020202020204" pitchFamily="34" charset="0"/>
              <a:buNone/>
              <a:defRPr lang="en-US" sz="1800" kern="1200" dirty="0">
                <a:solidFill>
                  <a:schemeClr val="tx1">
                    <a:lumMod val="85000"/>
                    <a:lumOff val="15000"/>
                  </a:schemeClr>
                </a:solidFill>
                <a:latin typeface="+mn-lt"/>
                <a:ea typeface="+mn-lt"/>
                <a:cs typeface="+mn-lt"/>
              </a:defRPr>
            </a:lvl2pPr>
            <a:lvl3pPr marL="594360" indent="0" algn="l" defTabSz="914400" rtl="0" eaLnBrk="1" latinLnBrk="0" hangingPunct="1">
              <a:lnSpc>
                <a:spcPct val="110000"/>
              </a:lnSpc>
              <a:spcBef>
                <a:spcPts val="600"/>
              </a:spcBef>
              <a:buClr>
                <a:schemeClr val="tx1">
                  <a:lumMod val="65000"/>
                  <a:lumOff val="35000"/>
                </a:schemeClr>
              </a:buClr>
              <a:buSzPct val="80000"/>
              <a:buFont typeface="Arial" pitchFamily="34" charset="0"/>
              <a:buNone/>
              <a:defRPr lang="en-US" sz="1800" kern="1200" dirty="0">
                <a:solidFill>
                  <a:schemeClr val="tx1">
                    <a:lumMod val="85000"/>
                    <a:lumOff val="15000"/>
                  </a:schemeClr>
                </a:solidFill>
                <a:latin typeface="+mn-lt"/>
                <a:ea typeface="+mn-lt"/>
                <a:cs typeface="+mn-lt"/>
              </a:defRPr>
            </a:lvl3pPr>
            <a:lvl4pPr marL="777240" indent="0" algn="l" defTabSz="914400" rtl="0" eaLnBrk="1" latinLnBrk="0" hangingPunct="1">
              <a:lnSpc>
                <a:spcPct val="110000"/>
              </a:lnSpc>
              <a:spcBef>
                <a:spcPts val="600"/>
              </a:spcBef>
              <a:buClr>
                <a:schemeClr val="tx1">
                  <a:lumMod val="65000"/>
                  <a:lumOff val="35000"/>
                </a:schemeClr>
              </a:buClr>
              <a:buSzPct val="80000"/>
              <a:buFont typeface="Arial" pitchFamily="34" charset="0"/>
              <a:buNone/>
              <a:defRPr lang="en-US" sz="1800" kern="1200" dirty="0">
                <a:solidFill>
                  <a:schemeClr val="tx1">
                    <a:lumMod val="85000"/>
                    <a:lumOff val="15000"/>
                  </a:schemeClr>
                </a:solidFill>
                <a:latin typeface="+mn-lt"/>
                <a:ea typeface="+mn-lt"/>
                <a:cs typeface="+mn-lt"/>
              </a:defRPr>
            </a:lvl4pPr>
            <a:lvl5pPr marL="960120" indent="0" algn="l" defTabSz="914400" rtl="0" eaLnBrk="1" latinLnBrk="0" hangingPunct="1">
              <a:lnSpc>
                <a:spcPct val="110000"/>
              </a:lnSpc>
              <a:spcBef>
                <a:spcPts val="600"/>
              </a:spcBef>
              <a:buClr>
                <a:schemeClr val="tx1">
                  <a:lumMod val="65000"/>
                  <a:lumOff val="35000"/>
                </a:schemeClr>
              </a:buClr>
              <a:buSzPct val="80000"/>
              <a:buFont typeface="Arial" pitchFamily="34" charset="0"/>
              <a:buNone/>
              <a:defRPr sz="1800" kern="1200" dirty="0">
                <a:solidFill>
                  <a:schemeClr val="tx1">
                    <a:lumMod val="85000"/>
                    <a:lumOff val="15000"/>
                  </a:schemeClr>
                </a:solidFill>
                <a:latin typeface="+mn-lt"/>
                <a:ea typeface="+mn-lt"/>
                <a:cs typeface="+mn-lt"/>
              </a:defRPr>
            </a:lvl5pPr>
            <a:lvl6pPr marL="123444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6pPr>
            <a:lvl7pPr marL="137160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7pPr>
            <a:lvl8pPr marL="150876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8pPr>
            <a:lvl9pPr marL="164592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9pPr>
          </a:lstStyle>
          <a:p>
            <a:pPr marL="331470" indent="-285750">
              <a:buFont typeface="Arial" panose="020B0604020202020204" pitchFamily="34" charset="0"/>
              <a:buChar char="•"/>
            </a:pPr>
            <a:r>
              <a:rPr lang="en-US" sz="1400" dirty="0"/>
              <a:t>Final Prediction:</a:t>
            </a:r>
          </a:p>
          <a:p>
            <a:pPr marL="651510" lvl="1" indent="-285750">
              <a:buFont typeface="Arial" panose="020B0604020202020204" pitchFamily="34" charset="0"/>
              <a:buChar char="•"/>
            </a:pPr>
            <a:r>
              <a:rPr lang="en-US" sz="1400" dirty="0"/>
              <a:t>Since 0.08 &gt; 0, the predicted output for test instance (Medium, High, Heavy, Strong ) is </a:t>
            </a:r>
            <a:r>
              <a:rPr lang="en-US" sz="1400" b="1" dirty="0"/>
              <a:t>Typhoon Warning = “Yes”.</a:t>
            </a:r>
          </a:p>
        </p:txBody>
      </p:sp>
    </p:spTree>
    <p:extLst>
      <p:ext uri="{BB962C8B-B14F-4D97-AF65-F5344CB8AC3E}">
        <p14:creationId xmlns:p14="http://schemas.microsoft.com/office/powerpoint/2010/main" val="15043656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198495B-BC99-0A21-DA48-D1B697AF9F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F0804A-88F4-37AD-1618-7AF06F46C903}"/>
              </a:ext>
            </a:extLst>
          </p:cNvPr>
          <p:cNvSpPr>
            <a:spLocks noGrp="1"/>
          </p:cNvSpPr>
          <p:nvPr>
            <p:ph type="title"/>
          </p:nvPr>
        </p:nvSpPr>
        <p:spPr>
          <a:xfrm>
            <a:off x="1293812" y="609600"/>
            <a:ext cx="4800600" cy="947192"/>
          </a:xfrm>
        </p:spPr>
        <p:txBody>
          <a:bodyPr anchor="t">
            <a:normAutofit/>
          </a:bodyPr>
          <a:lstStyle/>
          <a:p>
            <a:r>
              <a:rPr lang="en-US" dirty="0"/>
              <a:t>K-Nearest Neighbors (KNN) </a:t>
            </a:r>
          </a:p>
        </p:txBody>
      </p:sp>
      <p:sp>
        <p:nvSpPr>
          <p:cNvPr id="14" name="Slide Number Placeholder 13">
            <a:extLst>
              <a:ext uri="{FF2B5EF4-FFF2-40B4-BE49-F238E27FC236}">
                <a16:creationId xmlns:a16="http://schemas.microsoft.com/office/drawing/2014/main" id="{2EF8E1FA-0AF7-B3EA-9EE3-FD06B8FEAB3C}"/>
              </a:ext>
            </a:extLst>
          </p:cNvPr>
          <p:cNvSpPr>
            <a:spLocks noGrp="1"/>
          </p:cNvSpPr>
          <p:nvPr>
            <p:ph type="sldNum" sz="quarter" idx="12"/>
          </p:nvPr>
        </p:nvSpPr>
        <p:spPr>
          <a:xfrm>
            <a:off x="1" y="609600"/>
            <a:ext cx="760412" cy="381000"/>
          </a:xfrm>
        </p:spPr>
        <p:txBody>
          <a:bodyPr/>
          <a:lstStyle/>
          <a:p>
            <a:fld id="{AAEAE4A8-A6E5-453E-B946-FB774B73F48C}" type="slidenum">
              <a:rPr lang="en-US" smtClean="0"/>
              <a:pPr/>
              <a:t>7</a:t>
            </a:fld>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D3A1067-1D06-C0B4-7BB1-4138EB0FAD43}"/>
                  </a:ext>
                </a:extLst>
              </p:cNvPr>
              <p:cNvSpPr>
                <a:spLocks noGrp="1"/>
              </p:cNvSpPr>
              <p:nvPr>
                <p:ph idx="1"/>
              </p:nvPr>
            </p:nvSpPr>
            <p:spPr>
              <a:xfrm>
                <a:off x="1125860" y="1556792"/>
                <a:ext cx="7272808" cy="2160240"/>
              </a:xfrm>
            </p:spPr>
            <p:txBody>
              <a:bodyPr vert="horz" lIns="91440" tIns="45720" rIns="91440" bIns="45720" rtlCol="0" anchor="t">
                <a:noAutofit/>
              </a:bodyPr>
              <a:lstStyle/>
              <a:p>
                <a:pPr marL="331470" indent="-285750">
                  <a:buFont typeface="Arial" panose="020B0604020202020204" pitchFamily="34" charset="0"/>
                  <a:buChar char="•"/>
                </a:pPr>
                <a:r>
                  <a:rPr lang="en-US" dirty="0"/>
                  <a:t>Features Used: Rainfall Intensity, Water Level, Wind Strength → Flood Risk</a:t>
                </a:r>
              </a:p>
              <a:p>
                <a:pPr marL="331470" indent="-285750">
                  <a:buFont typeface="Arial" panose="020B0604020202020204" pitchFamily="34" charset="0"/>
                  <a:buChar char="•"/>
                </a:pPr>
                <a:r>
                  <a:rPr lang="en-US" dirty="0"/>
                  <a:t>Formula: </a:t>
                </a:r>
                <a14:m>
                  <m:oMath xmlns:m="http://schemas.openxmlformats.org/officeDocument/2006/math">
                    <m:r>
                      <a:rPr lang="en-US" b="0" i="1" smtClean="0">
                        <a:latin typeface="Cambria Math" panose="02040503050406030204" pitchFamily="18" charset="0"/>
                      </a:rPr>
                      <m:t>𝑑</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m:t>
                    </m:r>
                    <m:nary>
                      <m:naryPr>
                        <m:chr m:val="∑"/>
                        <m:subHide m:val="on"/>
                        <m:supHide m:val="on"/>
                        <m:ctrlPr>
                          <a:rPr lang="en-US" b="0" i="1" smtClean="0">
                            <a:latin typeface="Cambria Math" panose="02040503050406030204" pitchFamily="18" charset="0"/>
                          </a:rPr>
                        </m:ctrlPr>
                      </m:naryPr>
                      <m:sub/>
                      <m:sup/>
                      <m:e>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𝑖</m:t>
                            </m:r>
                          </m:sub>
                        </m:sSub>
                        <m:sSup>
                          <m:sSupPr>
                            <m:ctrlPr>
                              <a:rPr lang="en-US" b="0" i="1" smtClean="0">
                                <a:latin typeface="Cambria Math" panose="02040503050406030204" pitchFamily="18" charset="0"/>
                              </a:rPr>
                            </m:ctrlPr>
                          </m:sSupPr>
                          <m:e>
                            <m:r>
                              <a:rPr lang="en-US" b="0" i="1" smtClean="0">
                                <a:latin typeface="Cambria Math" panose="02040503050406030204" pitchFamily="18" charset="0"/>
                              </a:rPr>
                              <m:t>)</m:t>
                            </m:r>
                          </m:e>
                          <m:sup>
                            <m:r>
                              <a:rPr lang="en-US" b="0" i="1" smtClean="0">
                                <a:latin typeface="Cambria Math" panose="02040503050406030204" pitchFamily="18" charset="0"/>
                              </a:rPr>
                              <m:t>2</m:t>
                            </m:r>
                          </m:sup>
                        </m:sSup>
                      </m:e>
                    </m:nary>
                  </m:oMath>
                </a14:m>
                <a:r>
                  <a:rPr lang="en-US" dirty="0"/>
                  <a:t> </a:t>
                </a:r>
              </a:p>
              <a:p>
                <a:pPr marL="331470" indent="-285750">
                  <a:buFont typeface="Arial" panose="020B0604020202020204" pitchFamily="34" charset="0"/>
                  <a:buChar char="•"/>
                </a:pPr>
                <a:r>
                  <a:rPr lang="en-US" dirty="0"/>
                  <a:t>3-dimensional case: </a:t>
                </a:r>
                <a14:m>
                  <m:oMath xmlns:m="http://schemas.openxmlformats.org/officeDocument/2006/math">
                    <m:r>
                      <a:rPr lang="en-PH" i="1" dirty="0" smtClean="0">
                        <a:latin typeface="Cambria Math" panose="02040503050406030204" pitchFamily="18" charset="0"/>
                      </a:rPr>
                      <m:t>𝑑</m:t>
                    </m:r>
                    <m:r>
                      <a:rPr lang="en-PH" i="1" dirty="0" smtClean="0">
                        <a:latin typeface="Cambria Math" panose="02040503050406030204" pitchFamily="18" charset="0"/>
                      </a:rPr>
                      <m:t>(</m:t>
                    </m:r>
                    <m:r>
                      <a:rPr lang="en-PH" i="1" dirty="0" smtClean="0">
                        <a:latin typeface="Cambria Math" panose="02040503050406030204" pitchFamily="18" charset="0"/>
                      </a:rPr>
                      <m:t>𝑥</m:t>
                    </m:r>
                    <m:r>
                      <a:rPr lang="en-PH" i="1" dirty="0" smtClean="0">
                        <a:latin typeface="Cambria Math" panose="02040503050406030204" pitchFamily="18" charset="0"/>
                      </a:rPr>
                      <m:t>,</m:t>
                    </m:r>
                    <m:r>
                      <a:rPr lang="en-PH" i="1" dirty="0" smtClean="0">
                        <a:latin typeface="Cambria Math" panose="02040503050406030204" pitchFamily="18" charset="0"/>
                      </a:rPr>
                      <m:t>𝑦</m:t>
                    </m:r>
                    <m:r>
                      <a:rPr lang="en-PH" i="1" dirty="0" smtClean="0">
                        <a:latin typeface="Cambria Math" panose="02040503050406030204" pitchFamily="18" charset="0"/>
                      </a:rPr>
                      <m:t>,</m:t>
                    </m:r>
                    <m:r>
                      <a:rPr lang="en-PH" i="1" dirty="0" smtClean="0">
                        <a:latin typeface="Cambria Math" panose="02040503050406030204" pitchFamily="18" charset="0"/>
                      </a:rPr>
                      <m:t>𝑧</m:t>
                    </m:r>
                    <m:r>
                      <a:rPr lang="en-PH" i="1" dirty="0" smtClean="0">
                        <a:latin typeface="Cambria Math" panose="02040503050406030204" pitchFamily="18" charset="0"/>
                      </a:rPr>
                      <m:t>) = (</m:t>
                    </m:r>
                    <m:sSub>
                      <m:sSubPr>
                        <m:ctrlPr>
                          <a:rPr lang="en-PH" i="1" dirty="0" smtClean="0">
                            <a:latin typeface="Cambria Math" panose="02040503050406030204" pitchFamily="18" charset="0"/>
                          </a:rPr>
                        </m:ctrlPr>
                      </m:sSubPr>
                      <m:e>
                        <m:r>
                          <a:rPr lang="en-US" b="0" i="1" dirty="0" smtClean="0">
                            <a:latin typeface="Cambria Math" panose="02040503050406030204" pitchFamily="18" charset="0"/>
                          </a:rPr>
                          <m:t>𝑥</m:t>
                        </m:r>
                      </m:e>
                      <m:sub>
                        <m:r>
                          <a:rPr lang="en-US" b="0" i="1" dirty="0" smtClean="0">
                            <a:latin typeface="Cambria Math" panose="02040503050406030204" pitchFamily="18" charset="0"/>
                          </a:rPr>
                          <m:t>2</m:t>
                        </m:r>
                      </m:sub>
                    </m:sSub>
                    <m:r>
                      <a:rPr lang="en-PH" i="1" dirty="0" smtClean="0">
                        <a:latin typeface="Cambria Math" panose="02040503050406030204" pitchFamily="18" charset="0"/>
                      </a:rPr>
                      <m:t>−</m:t>
                    </m:r>
                    <m:sSub>
                      <m:sSubPr>
                        <m:ctrlPr>
                          <a:rPr lang="en-PH" i="1" dirty="0" smtClean="0">
                            <a:latin typeface="Cambria Math" panose="02040503050406030204" pitchFamily="18" charset="0"/>
                          </a:rPr>
                        </m:ctrlPr>
                      </m:sSubPr>
                      <m:e>
                        <m:r>
                          <a:rPr lang="en-US" b="0" i="1" dirty="0" smtClean="0">
                            <a:latin typeface="Cambria Math" panose="02040503050406030204" pitchFamily="18" charset="0"/>
                          </a:rPr>
                          <m:t>𝑥</m:t>
                        </m:r>
                      </m:e>
                      <m:sub>
                        <m:r>
                          <a:rPr lang="en-US" b="0" i="1" dirty="0" smtClean="0">
                            <a:latin typeface="Cambria Math" panose="02040503050406030204" pitchFamily="18" charset="0"/>
                          </a:rPr>
                          <m:t>1</m:t>
                        </m:r>
                      </m:sub>
                    </m:sSub>
                    <m:sSup>
                      <m:sSupPr>
                        <m:ctrlPr>
                          <a:rPr lang="en-PH" i="1" dirty="0" smtClean="0">
                            <a:latin typeface="Cambria Math" panose="02040503050406030204" pitchFamily="18" charset="0"/>
                          </a:rPr>
                        </m:ctrlPr>
                      </m:sSupPr>
                      <m:e>
                        <m:r>
                          <a:rPr lang="en-US" b="0" i="1" dirty="0" smtClean="0">
                            <a:latin typeface="Cambria Math" panose="02040503050406030204" pitchFamily="18" charset="0"/>
                          </a:rPr>
                          <m:t>)</m:t>
                        </m:r>
                      </m:e>
                      <m:sup>
                        <m:r>
                          <a:rPr lang="en-US" b="0" i="1" dirty="0" smtClean="0">
                            <a:latin typeface="Cambria Math" panose="02040503050406030204" pitchFamily="18" charset="0"/>
                          </a:rPr>
                          <m:t>2</m:t>
                        </m:r>
                      </m:sup>
                    </m:sSup>
                    <m:r>
                      <a:rPr lang="en-PH" i="1" dirty="0" smtClean="0">
                        <a:latin typeface="Cambria Math" panose="02040503050406030204" pitchFamily="18" charset="0"/>
                      </a:rPr>
                      <m:t>+(</m:t>
                    </m:r>
                    <m:sSub>
                      <m:sSubPr>
                        <m:ctrlPr>
                          <a:rPr lang="en-PH" i="1" dirty="0" smtClean="0">
                            <a:latin typeface="Cambria Math" panose="02040503050406030204" pitchFamily="18" charset="0"/>
                          </a:rPr>
                        </m:ctrlPr>
                      </m:sSubPr>
                      <m:e>
                        <m:r>
                          <a:rPr lang="en-US" b="0" i="1" dirty="0" smtClean="0">
                            <a:latin typeface="Cambria Math" panose="02040503050406030204" pitchFamily="18" charset="0"/>
                          </a:rPr>
                          <m:t>𝑦</m:t>
                        </m:r>
                      </m:e>
                      <m:sub>
                        <m:r>
                          <a:rPr lang="en-US" b="0" i="1" dirty="0" smtClean="0">
                            <a:latin typeface="Cambria Math" panose="02040503050406030204" pitchFamily="18" charset="0"/>
                          </a:rPr>
                          <m:t>2</m:t>
                        </m:r>
                      </m:sub>
                    </m:sSub>
                    <m:r>
                      <a:rPr lang="en-PH" i="1" dirty="0" smtClean="0">
                        <a:latin typeface="Cambria Math" panose="02040503050406030204" pitchFamily="18" charset="0"/>
                      </a:rPr>
                      <m:t>−</m:t>
                    </m:r>
                    <m:sSub>
                      <m:sSubPr>
                        <m:ctrlPr>
                          <a:rPr lang="en-PH" i="1" dirty="0" smtClean="0">
                            <a:latin typeface="Cambria Math" panose="02040503050406030204" pitchFamily="18" charset="0"/>
                          </a:rPr>
                        </m:ctrlPr>
                      </m:sSubPr>
                      <m:e>
                        <m:r>
                          <a:rPr lang="en-US" b="0" i="1" dirty="0" smtClean="0">
                            <a:latin typeface="Cambria Math" panose="02040503050406030204" pitchFamily="18" charset="0"/>
                          </a:rPr>
                          <m:t>𝑦</m:t>
                        </m:r>
                      </m:e>
                      <m:sub>
                        <m:r>
                          <a:rPr lang="en-US" b="0" i="1" dirty="0" smtClean="0">
                            <a:latin typeface="Cambria Math" panose="02040503050406030204" pitchFamily="18" charset="0"/>
                          </a:rPr>
                          <m:t>1</m:t>
                        </m:r>
                      </m:sub>
                    </m:sSub>
                    <m:sSup>
                      <m:sSupPr>
                        <m:ctrlPr>
                          <a:rPr lang="en-PH" i="1" dirty="0" smtClean="0">
                            <a:latin typeface="Cambria Math" panose="02040503050406030204" pitchFamily="18" charset="0"/>
                          </a:rPr>
                        </m:ctrlPr>
                      </m:sSupPr>
                      <m:e>
                        <m:r>
                          <a:rPr lang="en-US" b="0" i="1" dirty="0" smtClean="0">
                            <a:latin typeface="Cambria Math" panose="02040503050406030204" pitchFamily="18" charset="0"/>
                          </a:rPr>
                          <m:t>)</m:t>
                        </m:r>
                      </m:e>
                      <m:sup>
                        <m:r>
                          <a:rPr lang="en-US" b="0" i="1" dirty="0" smtClean="0">
                            <a:latin typeface="Cambria Math" panose="02040503050406030204" pitchFamily="18" charset="0"/>
                          </a:rPr>
                          <m:t>2</m:t>
                        </m:r>
                      </m:sup>
                    </m:sSup>
                    <m:r>
                      <a:rPr lang="en-PH" i="1" dirty="0" smtClean="0">
                        <a:latin typeface="Cambria Math" panose="02040503050406030204" pitchFamily="18" charset="0"/>
                      </a:rPr>
                      <m:t> +(</m:t>
                    </m:r>
                    <m:sSub>
                      <m:sSubPr>
                        <m:ctrlPr>
                          <a:rPr lang="en-PH" i="1" dirty="0" smtClean="0">
                            <a:latin typeface="Cambria Math" panose="02040503050406030204" pitchFamily="18" charset="0"/>
                          </a:rPr>
                        </m:ctrlPr>
                      </m:sSubPr>
                      <m:e>
                        <m:r>
                          <a:rPr lang="en-US" b="0" i="1" dirty="0" smtClean="0">
                            <a:latin typeface="Cambria Math" panose="02040503050406030204" pitchFamily="18" charset="0"/>
                          </a:rPr>
                          <m:t>𝑧</m:t>
                        </m:r>
                      </m:e>
                      <m:sub>
                        <m:r>
                          <a:rPr lang="en-US" b="0" i="1" dirty="0" smtClean="0">
                            <a:latin typeface="Cambria Math" panose="02040503050406030204" pitchFamily="18" charset="0"/>
                          </a:rPr>
                          <m:t>2</m:t>
                        </m:r>
                      </m:sub>
                    </m:sSub>
                    <m:r>
                      <a:rPr lang="en-PH" i="1" dirty="0" smtClean="0">
                        <a:latin typeface="Cambria Math" panose="02040503050406030204" pitchFamily="18" charset="0"/>
                      </a:rPr>
                      <m:t>−</m:t>
                    </m:r>
                    <m:sSub>
                      <m:sSubPr>
                        <m:ctrlPr>
                          <a:rPr lang="en-PH" i="1" dirty="0" smtClean="0">
                            <a:latin typeface="Cambria Math" panose="02040503050406030204" pitchFamily="18" charset="0"/>
                          </a:rPr>
                        </m:ctrlPr>
                      </m:sSubPr>
                      <m:e>
                        <m:r>
                          <a:rPr lang="en-US" b="0" i="1" dirty="0" smtClean="0">
                            <a:latin typeface="Cambria Math" panose="02040503050406030204" pitchFamily="18" charset="0"/>
                          </a:rPr>
                          <m:t>𝑧</m:t>
                        </m:r>
                      </m:e>
                      <m:sub>
                        <m:r>
                          <a:rPr lang="en-US" b="0" i="1" dirty="0" smtClean="0">
                            <a:latin typeface="Cambria Math" panose="02040503050406030204" pitchFamily="18" charset="0"/>
                          </a:rPr>
                          <m:t>1</m:t>
                        </m:r>
                      </m:sub>
                    </m:sSub>
                    <m:sSup>
                      <m:sSupPr>
                        <m:ctrlPr>
                          <a:rPr lang="en-PH" i="1" dirty="0" smtClean="0">
                            <a:latin typeface="Cambria Math" panose="02040503050406030204" pitchFamily="18" charset="0"/>
                          </a:rPr>
                        </m:ctrlPr>
                      </m:sSupPr>
                      <m:e>
                        <m:r>
                          <a:rPr lang="en-US" b="0" i="1" dirty="0" smtClean="0">
                            <a:latin typeface="Cambria Math" panose="02040503050406030204" pitchFamily="18" charset="0"/>
                          </a:rPr>
                          <m:t>)</m:t>
                        </m:r>
                      </m:e>
                      <m:sup>
                        <m:r>
                          <a:rPr lang="en-US" b="0" i="1" dirty="0" smtClean="0">
                            <a:latin typeface="Cambria Math" panose="02040503050406030204" pitchFamily="18" charset="0"/>
                          </a:rPr>
                          <m:t>2</m:t>
                        </m:r>
                      </m:sup>
                    </m:sSup>
                  </m:oMath>
                </a14:m>
                <a:endParaRPr lang="en-US" dirty="0"/>
              </a:p>
              <a:p>
                <a:pPr marL="331470" indent="-285750">
                  <a:buFont typeface="Arial" panose="020B0604020202020204" pitchFamily="34" charset="0"/>
                  <a:buChar char="•"/>
                </a:pPr>
                <a:r>
                  <a:rPr lang="en-US" dirty="0"/>
                  <a:t>Example:</a:t>
                </a:r>
              </a:p>
              <a:p>
                <a:endParaRPr lang="en-US" dirty="0"/>
              </a:p>
            </p:txBody>
          </p:sp>
        </mc:Choice>
        <mc:Fallback xmlns="">
          <p:sp>
            <p:nvSpPr>
              <p:cNvPr id="3" name="Content Placeholder 2">
                <a:extLst>
                  <a:ext uri="{FF2B5EF4-FFF2-40B4-BE49-F238E27FC236}">
                    <a16:creationId xmlns:a16="http://schemas.microsoft.com/office/drawing/2014/main" id="{3D3A1067-1D06-C0B4-7BB1-4138EB0FAD43}"/>
                  </a:ext>
                </a:extLst>
              </p:cNvPr>
              <p:cNvSpPr>
                <a:spLocks noGrp="1" noRot="1" noChangeAspect="1" noMove="1" noResize="1" noEditPoints="1" noAdjustHandles="1" noChangeArrowheads="1" noChangeShapeType="1" noTextEdit="1"/>
              </p:cNvSpPr>
              <p:nvPr>
                <p:ph idx="1"/>
              </p:nvPr>
            </p:nvSpPr>
            <p:spPr>
              <a:xfrm>
                <a:off x="1125860" y="1556792"/>
                <a:ext cx="7272808" cy="2160240"/>
              </a:xfrm>
              <a:blipFill>
                <a:blip r:embed="rId2"/>
                <a:stretch>
                  <a:fillRect t="-1408" b="-22817"/>
                </a:stretch>
              </a:blipFill>
            </p:spPr>
            <p:txBody>
              <a:bodyPr/>
              <a:lstStyle/>
              <a:p>
                <a:r>
                  <a:rPr lang="en-PH">
                    <a:noFill/>
                  </a:rPr>
                  <a:t> </a:t>
                </a:r>
              </a:p>
            </p:txBody>
          </p:sp>
        </mc:Fallback>
      </mc:AlternateContent>
      <p:pic>
        <p:nvPicPr>
          <p:cNvPr id="4098" name="Picture 2">
            <a:extLst>
              <a:ext uri="{FF2B5EF4-FFF2-40B4-BE49-F238E27FC236}">
                <a16:creationId xmlns:a16="http://schemas.microsoft.com/office/drawing/2014/main" id="{87BCB0F0-F6FF-2566-FBDE-75A06F752D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73932" y="4149080"/>
            <a:ext cx="6480720" cy="25855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980057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5990642-ACCE-49EF-B3E8-B8DC574473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5A4DE9-7CF1-A026-26E5-B6D91C23C2ED}"/>
              </a:ext>
            </a:extLst>
          </p:cNvPr>
          <p:cNvSpPr>
            <a:spLocks noGrp="1"/>
          </p:cNvSpPr>
          <p:nvPr>
            <p:ph type="title"/>
          </p:nvPr>
        </p:nvSpPr>
        <p:spPr>
          <a:xfrm>
            <a:off x="1293812" y="609600"/>
            <a:ext cx="4800600" cy="947192"/>
          </a:xfrm>
        </p:spPr>
        <p:txBody>
          <a:bodyPr anchor="t">
            <a:normAutofit/>
          </a:bodyPr>
          <a:lstStyle/>
          <a:p>
            <a:r>
              <a:rPr lang="en-US" dirty="0"/>
              <a:t>K-Nearest Neighbors (KNN) </a:t>
            </a:r>
          </a:p>
        </p:txBody>
      </p:sp>
      <p:sp>
        <p:nvSpPr>
          <p:cNvPr id="14" name="Slide Number Placeholder 13">
            <a:extLst>
              <a:ext uri="{FF2B5EF4-FFF2-40B4-BE49-F238E27FC236}">
                <a16:creationId xmlns:a16="http://schemas.microsoft.com/office/drawing/2014/main" id="{237C6CD6-EF71-6765-F5D9-327AD391FE56}"/>
              </a:ext>
            </a:extLst>
          </p:cNvPr>
          <p:cNvSpPr>
            <a:spLocks noGrp="1"/>
          </p:cNvSpPr>
          <p:nvPr>
            <p:ph type="sldNum" sz="quarter" idx="12"/>
          </p:nvPr>
        </p:nvSpPr>
        <p:spPr>
          <a:xfrm>
            <a:off x="1" y="609600"/>
            <a:ext cx="760412" cy="381000"/>
          </a:xfrm>
        </p:spPr>
        <p:txBody>
          <a:bodyPr/>
          <a:lstStyle/>
          <a:p>
            <a:fld id="{AAEAE4A8-A6E5-453E-B946-FB774B73F48C}" type="slidenum">
              <a:rPr lang="en-US" smtClean="0"/>
              <a:pPr/>
              <a:t>8</a:t>
            </a:fld>
            <a:endParaRPr lang="en-US" dirty="0"/>
          </a:p>
        </p:txBody>
      </p:sp>
      <p:sp>
        <p:nvSpPr>
          <p:cNvPr id="8" name="TextBox 7">
            <a:extLst>
              <a:ext uri="{FF2B5EF4-FFF2-40B4-BE49-F238E27FC236}">
                <a16:creationId xmlns:a16="http://schemas.microsoft.com/office/drawing/2014/main" id="{AD6CF0CC-B71D-702A-867A-8A25A525D9C5}"/>
              </a:ext>
            </a:extLst>
          </p:cNvPr>
          <p:cNvSpPr txBox="1"/>
          <p:nvPr/>
        </p:nvSpPr>
        <p:spPr>
          <a:xfrm>
            <a:off x="1197868" y="1556792"/>
            <a:ext cx="6161808" cy="1200329"/>
          </a:xfrm>
          <a:prstGeom prst="rect">
            <a:avLst/>
          </a:prstGeom>
          <a:noFill/>
          <a:ln>
            <a:solidFill>
              <a:schemeClr val="bg2"/>
            </a:solidFill>
          </a:ln>
        </p:spPr>
        <p:txBody>
          <a:bodyPr wrap="square">
            <a:spAutoFit/>
          </a:bodyPr>
          <a:lstStyle/>
          <a:p>
            <a:pPr marL="285750" indent="-285750">
              <a:buFont typeface="Arial" panose="020B0604020202020204" pitchFamily="34" charset="0"/>
              <a:buChar char="•"/>
            </a:pPr>
            <a:r>
              <a:rPr lang="en-US" sz="1800" dirty="0">
                <a:latin typeface="+mj-lt"/>
                <a:ea typeface="Cambria Math" panose="02040503050406030204" pitchFamily="18" charset="0"/>
              </a:rPr>
              <a:t>Test </a:t>
            </a:r>
            <a:r>
              <a:rPr lang="en-US" dirty="0">
                <a:latin typeface="+mj-lt"/>
                <a:ea typeface="Cambria Math" panose="02040503050406030204" pitchFamily="18" charset="0"/>
              </a:rPr>
              <a:t>Instance:</a:t>
            </a:r>
          </a:p>
          <a:p>
            <a:pPr marL="742950" lvl="1" indent="-285750">
              <a:buFont typeface="Arial" panose="020B0604020202020204" pitchFamily="34" charset="0"/>
              <a:buChar char="•"/>
            </a:pPr>
            <a:r>
              <a:rPr lang="en-US" dirty="0">
                <a:latin typeface="+mj-lt"/>
                <a:ea typeface="Cambria Math" panose="02040503050406030204" pitchFamily="18" charset="0"/>
              </a:rPr>
              <a:t>Rainfall Intensity = 4 (Heavy) (x)</a:t>
            </a:r>
          </a:p>
          <a:p>
            <a:pPr marL="742950" lvl="1" indent="-285750">
              <a:buFont typeface="Arial" panose="020B0604020202020204" pitchFamily="34" charset="0"/>
              <a:buChar char="•"/>
            </a:pPr>
            <a:r>
              <a:rPr lang="en-US" dirty="0">
                <a:latin typeface="+mj-lt"/>
                <a:ea typeface="Cambria Math" panose="02040503050406030204" pitchFamily="18" charset="0"/>
              </a:rPr>
              <a:t>Water Level = 2 (Knee) (y) </a:t>
            </a:r>
          </a:p>
          <a:p>
            <a:pPr marL="742950" lvl="1" indent="-285750">
              <a:buFont typeface="Arial" panose="020B0604020202020204" pitchFamily="34" charset="0"/>
              <a:buChar char="•"/>
            </a:pPr>
            <a:r>
              <a:rPr lang="en-US" dirty="0">
                <a:latin typeface="+mj-lt"/>
                <a:ea typeface="Cambria Math" panose="02040503050406030204" pitchFamily="18" charset="0"/>
              </a:rPr>
              <a:t>Wind Strength = 3 (Strong) (z)</a:t>
            </a:r>
          </a:p>
        </p:txBody>
      </p:sp>
      <mc:AlternateContent xmlns:mc="http://schemas.openxmlformats.org/markup-compatibility/2006" xmlns:a14="http://schemas.microsoft.com/office/drawing/2010/main">
        <mc:Choice Requires="a14">
          <p:sp>
            <p:nvSpPr>
              <p:cNvPr id="9" name="Content Placeholder 2">
                <a:extLst>
                  <a:ext uri="{FF2B5EF4-FFF2-40B4-BE49-F238E27FC236}">
                    <a16:creationId xmlns:a16="http://schemas.microsoft.com/office/drawing/2014/main" id="{1C4607DA-43F4-85B4-E1EA-44B8F3AFB2AE}"/>
                  </a:ext>
                </a:extLst>
              </p:cNvPr>
              <p:cNvSpPr>
                <a:spLocks noGrp="1"/>
              </p:cNvSpPr>
              <p:nvPr>
                <p:ph idx="1"/>
              </p:nvPr>
            </p:nvSpPr>
            <p:spPr>
              <a:xfrm>
                <a:off x="1288946" y="2870611"/>
                <a:ext cx="8477874" cy="1062445"/>
              </a:xfrm>
            </p:spPr>
            <p:txBody>
              <a:bodyPr vert="horz" lIns="91440" tIns="45720" rIns="91440" bIns="45720" rtlCol="0" anchor="t">
                <a:normAutofit/>
              </a:bodyPr>
              <a:lstStyle/>
              <a:p>
                <a:pPr marL="331470" indent="-285750">
                  <a:buFont typeface="Arial" panose="020B0604020202020204" pitchFamily="34" charset="0"/>
                  <a:buChar char="•"/>
                </a:pPr>
                <a:r>
                  <a:rPr lang="en-US" sz="1400" dirty="0"/>
                  <a:t>Step 1: Compute a few distances manually using the 3 – dimensional case</a:t>
                </a:r>
              </a:p>
              <a:p>
                <a:pPr marL="651510" lvl="1" indent="-285750">
                  <a:buFont typeface="Arial" panose="020B0604020202020204" pitchFamily="34" charset="0"/>
                  <a:buChar char="•"/>
                </a:pPr>
                <a:r>
                  <a:rPr lang="es-ES" sz="1400" dirty="0" err="1"/>
                  <a:t>Sample</a:t>
                </a:r>
                <a:r>
                  <a:rPr lang="es-ES" sz="1400" dirty="0"/>
                  <a:t> 1 (4, 1, 3 </a:t>
                </a:r>
                <a:r>
                  <a:rPr lang="en-PH" sz="1400" dirty="0"/>
                  <a:t>→ High):</a:t>
                </a:r>
              </a:p>
              <a:p>
                <a:pPr marL="880110" lvl="2" indent="-285750">
                  <a:buFont typeface="Arial" panose="020B0604020202020204" pitchFamily="34" charset="0"/>
                  <a:buChar char="•"/>
                </a:pPr>
                <a14:m>
                  <m:oMath xmlns:m="http://schemas.openxmlformats.org/officeDocument/2006/math">
                    <m:r>
                      <a:rPr lang="en-PH" sz="1400" i="1" dirty="0">
                        <a:latin typeface="Cambria Math" panose="02040503050406030204" pitchFamily="18" charset="0"/>
                      </a:rPr>
                      <m:t>𝑑</m:t>
                    </m:r>
                    <m:r>
                      <a:rPr lang="en-PH" sz="1400" i="1" dirty="0">
                        <a:latin typeface="Cambria Math" panose="02040503050406030204" pitchFamily="18" charset="0"/>
                      </a:rPr>
                      <m:t>=</m:t>
                    </m:r>
                    <m:rad>
                      <m:radPr>
                        <m:degHide m:val="on"/>
                        <m:ctrlPr>
                          <a:rPr lang="en-PH" sz="1400" i="1" dirty="0" smtClean="0">
                            <a:latin typeface="Cambria Math" panose="02040503050406030204" pitchFamily="18" charset="0"/>
                          </a:rPr>
                        </m:ctrlPr>
                      </m:radPr>
                      <m:deg/>
                      <m:e>
                        <m:r>
                          <a:rPr lang="en-PH" sz="1400" i="1" dirty="0">
                            <a:latin typeface="Cambria Math" panose="02040503050406030204" pitchFamily="18" charset="0"/>
                          </a:rPr>
                          <m:t>(4−4</m:t>
                        </m:r>
                        <m:sSup>
                          <m:sSupPr>
                            <m:ctrlPr>
                              <a:rPr lang="en-PH" sz="1400" i="1" dirty="0" smtClean="0">
                                <a:latin typeface="Cambria Math" panose="02040503050406030204" pitchFamily="18" charset="0"/>
                              </a:rPr>
                            </m:ctrlPr>
                          </m:sSupPr>
                          <m:e>
                            <m:r>
                              <a:rPr lang="en-US" sz="1400" b="0" i="1" dirty="0" smtClean="0">
                                <a:latin typeface="Cambria Math" panose="02040503050406030204" pitchFamily="18" charset="0"/>
                              </a:rPr>
                              <m:t>)</m:t>
                            </m:r>
                          </m:e>
                          <m:sup>
                            <m:r>
                              <a:rPr lang="en-US" sz="1400" b="0" i="1" dirty="0" smtClean="0">
                                <a:latin typeface="Cambria Math" panose="02040503050406030204" pitchFamily="18" charset="0"/>
                              </a:rPr>
                              <m:t>2</m:t>
                            </m:r>
                          </m:sup>
                        </m:sSup>
                        <m:r>
                          <a:rPr lang="en-PH" sz="1400" i="1" dirty="0">
                            <a:latin typeface="Cambria Math" panose="02040503050406030204" pitchFamily="18" charset="0"/>
                          </a:rPr>
                          <m:t>+(2−1</m:t>
                        </m:r>
                        <m:sSup>
                          <m:sSupPr>
                            <m:ctrlPr>
                              <a:rPr lang="en-PH" sz="1400" i="1" dirty="0" smtClean="0">
                                <a:latin typeface="Cambria Math" panose="02040503050406030204" pitchFamily="18" charset="0"/>
                              </a:rPr>
                            </m:ctrlPr>
                          </m:sSupPr>
                          <m:e>
                            <m:r>
                              <a:rPr lang="en-US" sz="1400" b="0" i="1" dirty="0" smtClean="0">
                                <a:latin typeface="Cambria Math" panose="02040503050406030204" pitchFamily="18" charset="0"/>
                              </a:rPr>
                              <m:t>)</m:t>
                            </m:r>
                          </m:e>
                          <m:sup>
                            <m:r>
                              <a:rPr lang="en-US" sz="1400" b="0" i="1" dirty="0" smtClean="0">
                                <a:latin typeface="Cambria Math" panose="02040503050406030204" pitchFamily="18" charset="0"/>
                              </a:rPr>
                              <m:t>2</m:t>
                            </m:r>
                          </m:sup>
                        </m:sSup>
                        <m:r>
                          <a:rPr lang="en-PH" sz="1400" i="1" dirty="0">
                            <a:latin typeface="Cambria Math" panose="02040503050406030204" pitchFamily="18" charset="0"/>
                          </a:rPr>
                          <m:t>+(3−3</m:t>
                        </m:r>
                        <m:sSup>
                          <m:sSupPr>
                            <m:ctrlPr>
                              <a:rPr lang="en-PH" sz="1400" i="1" dirty="0" smtClean="0">
                                <a:latin typeface="Cambria Math" panose="02040503050406030204" pitchFamily="18" charset="0"/>
                              </a:rPr>
                            </m:ctrlPr>
                          </m:sSupPr>
                          <m:e>
                            <m:r>
                              <a:rPr lang="en-US" sz="1400" b="0" i="1" dirty="0" smtClean="0">
                                <a:latin typeface="Cambria Math" panose="02040503050406030204" pitchFamily="18" charset="0"/>
                              </a:rPr>
                              <m:t>)</m:t>
                            </m:r>
                          </m:e>
                          <m:sup>
                            <m:r>
                              <a:rPr lang="en-US" sz="1400" b="0" i="1" dirty="0" smtClean="0">
                                <a:latin typeface="Cambria Math" panose="02040503050406030204" pitchFamily="18" charset="0"/>
                              </a:rPr>
                              <m:t>2</m:t>
                            </m:r>
                          </m:sup>
                        </m:sSup>
                      </m:e>
                    </m:rad>
                    <m:r>
                      <a:rPr lang="en-US" sz="1400" b="0" i="0" dirty="0" smtClean="0">
                        <a:latin typeface="Cambria Math" panose="02040503050406030204" pitchFamily="18" charset="0"/>
                      </a:rPr>
                      <m:t>= </m:t>
                    </m:r>
                    <m:rad>
                      <m:radPr>
                        <m:degHide m:val="on"/>
                        <m:ctrlPr>
                          <a:rPr lang="en-US" sz="1400" b="0" i="1" dirty="0" smtClean="0">
                            <a:latin typeface="Cambria Math" panose="02040503050406030204" pitchFamily="18" charset="0"/>
                          </a:rPr>
                        </m:ctrlPr>
                      </m:radPr>
                      <m:deg/>
                      <m:e>
                        <m:r>
                          <a:rPr lang="en-US" sz="1400" b="0" i="1" dirty="0" smtClean="0">
                            <a:latin typeface="Cambria Math" panose="02040503050406030204" pitchFamily="18" charset="0"/>
                          </a:rPr>
                          <m:t>1</m:t>
                        </m:r>
                      </m:e>
                    </m:rad>
                  </m:oMath>
                </a14:m>
                <a:r>
                  <a:rPr lang="en-PH" sz="1400" dirty="0"/>
                  <a:t> = 1</a:t>
                </a:r>
                <a:endParaRPr lang="en-US" sz="1400" dirty="0"/>
              </a:p>
            </p:txBody>
          </p:sp>
        </mc:Choice>
        <mc:Fallback xmlns="">
          <p:sp>
            <p:nvSpPr>
              <p:cNvPr id="9" name="Content Placeholder 2">
                <a:extLst>
                  <a:ext uri="{FF2B5EF4-FFF2-40B4-BE49-F238E27FC236}">
                    <a16:creationId xmlns:a16="http://schemas.microsoft.com/office/drawing/2014/main" id="{1C4607DA-43F4-85B4-E1EA-44B8F3AFB2AE}"/>
                  </a:ext>
                </a:extLst>
              </p:cNvPr>
              <p:cNvSpPr>
                <a:spLocks noGrp="1" noRot="1" noChangeAspect="1" noMove="1" noResize="1" noEditPoints="1" noAdjustHandles="1" noChangeArrowheads="1" noChangeShapeType="1" noTextEdit="1"/>
              </p:cNvSpPr>
              <p:nvPr>
                <p:ph idx="1"/>
              </p:nvPr>
            </p:nvSpPr>
            <p:spPr>
              <a:xfrm>
                <a:off x="1288946" y="2870611"/>
                <a:ext cx="8477874" cy="1062445"/>
              </a:xfrm>
              <a:blipFill>
                <a:blip r:embed="rId2"/>
                <a:stretch>
                  <a:fillRect t="-1149" b="-1149"/>
                </a:stretch>
              </a:blipFill>
            </p:spPr>
            <p:txBody>
              <a:bodyPr/>
              <a:lstStyle/>
              <a:p>
                <a:r>
                  <a:rPr lang="en-PH">
                    <a:noFill/>
                  </a:rPr>
                  <a:t> </a:t>
                </a:r>
              </a:p>
            </p:txBody>
          </p:sp>
        </mc:Fallback>
      </mc:AlternateContent>
      <p:sp>
        <p:nvSpPr>
          <p:cNvPr id="10" name="Content Placeholder 2">
            <a:extLst>
              <a:ext uri="{FF2B5EF4-FFF2-40B4-BE49-F238E27FC236}">
                <a16:creationId xmlns:a16="http://schemas.microsoft.com/office/drawing/2014/main" id="{13C51E85-DF4F-6F77-AE27-397DBA500BBD}"/>
              </a:ext>
            </a:extLst>
          </p:cNvPr>
          <p:cNvSpPr txBox="1">
            <a:spLocks/>
          </p:cNvSpPr>
          <p:nvPr/>
        </p:nvSpPr>
        <p:spPr>
          <a:xfrm>
            <a:off x="1197868" y="4046547"/>
            <a:ext cx="8477874" cy="462574"/>
          </a:xfrm>
          <a:prstGeom prst="rect">
            <a:avLst/>
          </a:prstGeom>
        </p:spPr>
        <p:txBody>
          <a:bodyPr vert="horz" lIns="91440" tIns="45720" rIns="91440" bIns="45720" rtlCol="0" anchor="t">
            <a:normAutofit/>
          </a:bodyPr>
          <a:lstStyle>
            <a:lvl1pPr marL="45720" indent="0" algn="l" defTabSz="914400" rtl="0" eaLnBrk="1" latinLnBrk="0" hangingPunct="1">
              <a:lnSpc>
                <a:spcPct val="110000"/>
              </a:lnSpc>
              <a:spcBef>
                <a:spcPts val="1800"/>
              </a:spcBef>
              <a:buClr>
                <a:schemeClr val="tx1">
                  <a:lumMod val="65000"/>
                  <a:lumOff val="35000"/>
                </a:schemeClr>
              </a:buClr>
              <a:buSzPct val="80000"/>
              <a:buFont typeface="Arial" pitchFamily="34" charset="0"/>
              <a:buNone/>
              <a:defRPr lang="en-US" sz="1800" kern="1200" dirty="0">
                <a:solidFill>
                  <a:schemeClr val="tx1">
                    <a:lumMod val="85000"/>
                    <a:lumOff val="15000"/>
                  </a:schemeClr>
                </a:solidFill>
                <a:latin typeface="+mn-lt"/>
                <a:ea typeface="+mn-lt"/>
                <a:cs typeface="+mn-lt"/>
              </a:defRPr>
            </a:lvl1pPr>
            <a:lvl2pPr marL="365760" indent="0" algn="l" defTabSz="914400" rtl="0" eaLnBrk="1" latinLnBrk="0" hangingPunct="1">
              <a:lnSpc>
                <a:spcPct val="110000"/>
              </a:lnSpc>
              <a:spcBef>
                <a:spcPts val="1000"/>
              </a:spcBef>
              <a:buClr>
                <a:schemeClr val="tx1">
                  <a:lumMod val="65000"/>
                  <a:lumOff val="35000"/>
                </a:schemeClr>
              </a:buClr>
              <a:buSzPct val="80000"/>
              <a:buFont typeface="Arial" panose="020B0604020202020204" pitchFamily="34" charset="0"/>
              <a:buNone/>
              <a:defRPr lang="en-US" sz="1800" kern="1200" dirty="0">
                <a:solidFill>
                  <a:schemeClr val="tx1">
                    <a:lumMod val="85000"/>
                    <a:lumOff val="15000"/>
                  </a:schemeClr>
                </a:solidFill>
                <a:latin typeface="+mn-lt"/>
                <a:ea typeface="+mn-lt"/>
                <a:cs typeface="+mn-lt"/>
              </a:defRPr>
            </a:lvl2pPr>
            <a:lvl3pPr marL="594360" indent="0" algn="l" defTabSz="914400" rtl="0" eaLnBrk="1" latinLnBrk="0" hangingPunct="1">
              <a:lnSpc>
                <a:spcPct val="110000"/>
              </a:lnSpc>
              <a:spcBef>
                <a:spcPts val="600"/>
              </a:spcBef>
              <a:buClr>
                <a:schemeClr val="tx1">
                  <a:lumMod val="65000"/>
                  <a:lumOff val="35000"/>
                </a:schemeClr>
              </a:buClr>
              <a:buSzPct val="80000"/>
              <a:buFont typeface="Arial" pitchFamily="34" charset="0"/>
              <a:buNone/>
              <a:defRPr lang="en-US" sz="1800" kern="1200" dirty="0">
                <a:solidFill>
                  <a:schemeClr val="tx1">
                    <a:lumMod val="85000"/>
                    <a:lumOff val="15000"/>
                  </a:schemeClr>
                </a:solidFill>
                <a:latin typeface="+mn-lt"/>
                <a:ea typeface="+mn-lt"/>
                <a:cs typeface="+mn-lt"/>
              </a:defRPr>
            </a:lvl3pPr>
            <a:lvl4pPr marL="777240" indent="0" algn="l" defTabSz="914400" rtl="0" eaLnBrk="1" latinLnBrk="0" hangingPunct="1">
              <a:lnSpc>
                <a:spcPct val="110000"/>
              </a:lnSpc>
              <a:spcBef>
                <a:spcPts val="600"/>
              </a:spcBef>
              <a:buClr>
                <a:schemeClr val="tx1">
                  <a:lumMod val="65000"/>
                  <a:lumOff val="35000"/>
                </a:schemeClr>
              </a:buClr>
              <a:buSzPct val="80000"/>
              <a:buFont typeface="Arial" pitchFamily="34" charset="0"/>
              <a:buNone/>
              <a:defRPr lang="en-US" sz="1800" kern="1200" dirty="0">
                <a:solidFill>
                  <a:schemeClr val="tx1">
                    <a:lumMod val="85000"/>
                    <a:lumOff val="15000"/>
                  </a:schemeClr>
                </a:solidFill>
                <a:latin typeface="+mn-lt"/>
                <a:ea typeface="+mn-lt"/>
                <a:cs typeface="+mn-lt"/>
              </a:defRPr>
            </a:lvl4pPr>
            <a:lvl5pPr marL="960120" indent="0" algn="l" defTabSz="914400" rtl="0" eaLnBrk="1" latinLnBrk="0" hangingPunct="1">
              <a:lnSpc>
                <a:spcPct val="110000"/>
              </a:lnSpc>
              <a:spcBef>
                <a:spcPts val="600"/>
              </a:spcBef>
              <a:buClr>
                <a:schemeClr val="tx1">
                  <a:lumMod val="65000"/>
                  <a:lumOff val="35000"/>
                </a:schemeClr>
              </a:buClr>
              <a:buSzPct val="80000"/>
              <a:buFont typeface="Arial" pitchFamily="34" charset="0"/>
              <a:buNone/>
              <a:defRPr sz="1800" kern="1200" dirty="0">
                <a:solidFill>
                  <a:schemeClr val="tx1">
                    <a:lumMod val="85000"/>
                    <a:lumOff val="15000"/>
                  </a:schemeClr>
                </a:solidFill>
                <a:latin typeface="+mn-lt"/>
                <a:ea typeface="+mn-lt"/>
                <a:cs typeface="+mn-lt"/>
              </a:defRPr>
            </a:lvl5pPr>
            <a:lvl6pPr marL="123444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6pPr>
            <a:lvl7pPr marL="137160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7pPr>
            <a:lvl8pPr marL="150876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8pPr>
            <a:lvl9pPr marL="164592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9pPr>
          </a:lstStyle>
          <a:p>
            <a:pPr marL="331470" indent="-285750">
              <a:buFont typeface="Arial" panose="020B0604020202020204" pitchFamily="34" charset="0"/>
              <a:buChar char="•"/>
            </a:pPr>
            <a:r>
              <a:rPr lang="en-PH" sz="1400" dirty="0"/>
              <a:t>Step 2: Distance Summary table (Ascending Order)</a:t>
            </a:r>
          </a:p>
        </p:txBody>
      </p:sp>
      <p:pic>
        <p:nvPicPr>
          <p:cNvPr id="5122" name="Picture 2">
            <a:extLst>
              <a:ext uri="{FF2B5EF4-FFF2-40B4-BE49-F238E27FC236}">
                <a16:creationId xmlns:a16="http://schemas.microsoft.com/office/drawing/2014/main" id="{56881FE1-D220-503C-3C85-C488241637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73932" y="4482899"/>
            <a:ext cx="5832648" cy="19717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9311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09682C5-915D-5509-E27D-FC99FF9638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5AF4A2-F9DA-35F5-AB5B-DFB2A925D256}"/>
              </a:ext>
            </a:extLst>
          </p:cNvPr>
          <p:cNvSpPr>
            <a:spLocks noGrp="1"/>
          </p:cNvSpPr>
          <p:nvPr>
            <p:ph type="title"/>
          </p:nvPr>
        </p:nvSpPr>
        <p:spPr>
          <a:xfrm>
            <a:off x="1293812" y="609600"/>
            <a:ext cx="4800600" cy="947192"/>
          </a:xfrm>
        </p:spPr>
        <p:txBody>
          <a:bodyPr anchor="t">
            <a:normAutofit/>
          </a:bodyPr>
          <a:lstStyle/>
          <a:p>
            <a:r>
              <a:rPr lang="en-US" dirty="0"/>
              <a:t>K-Nearest Neighbors (KNN) </a:t>
            </a:r>
          </a:p>
        </p:txBody>
      </p:sp>
      <p:sp>
        <p:nvSpPr>
          <p:cNvPr id="14" name="Slide Number Placeholder 13">
            <a:extLst>
              <a:ext uri="{FF2B5EF4-FFF2-40B4-BE49-F238E27FC236}">
                <a16:creationId xmlns:a16="http://schemas.microsoft.com/office/drawing/2014/main" id="{663079F9-6B67-F27F-EDF5-26FC6FAEBD58}"/>
              </a:ext>
            </a:extLst>
          </p:cNvPr>
          <p:cNvSpPr>
            <a:spLocks noGrp="1"/>
          </p:cNvSpPr>
          <p:nvPr>
            <p:ph type="sldNum" sz="quarter" idx="12"/>
          </p:nvPr>
        </p:nvSpPr>
        <p:spPr>
          <a:xfrm>
            <a:off x="1" y="609600"/>
            <a:ext cx="760412" cy="381000"/>
          </a:xfrm>
        </p:spPr>
        <p:txBody>
          <a:bodyPr/>
          <a:lstStyle/>
          <a:p>
            <a:fld id="{AAEAE4A8-A6E5-453E-B946-FB774B73F48C}" type="slidenum">
              <a:rPr lang="en-US" smtClean="0"/>
              <a:pPr/>
              <a:t>9</a:t>
            </a:fld>
            <a:endParaRPr lang="en-US" dirty="0"/>
          </a:p>
        </p:txBody>
      </p:sp>
      <p:sp>
        <p:nvSpPr>
          <p:cNvPr id="9" name="Content Placeholder 2">
            <a:extLst>
              <a:ext uri="{FF2B5EF4-FFF2-40B4-BE49-F238E27FC236}">
                <a16:creationId xmlns:a16="http://schemas.microsoft.com/office/drawing/2014/main" id="{23668A95-1FB0-7CCC-D5E0-D2E511E5DCE8}"/>
              </a:ext>
            </a:extLst>
          </p:cNvPr>
          <p:cNvSpPr>
            <a:spLocks noGrp="1"/>
          </p:cNvSpPr>
          <p:nvPr>
            <p:ph idx="1"/>
          </p:nvPr>
        </p:nvSpPr>
        <p:spPr>
          <a:xfrm>
            <a:off x="1293812" y="1628801"/>
            <a:ext cx="8477874" cy="771526"/>
          </a:xfrm>
        </p:spPr>
        <p:txBody>
          <a:bodyPr vert="horz" lIns="91440" tIns="45720" rIns="91440" bIns="45720" rtlCol="0" anchor="t">
            <a:normAutofit/>
          </a:bodyPr>
          <a:lstStyle/>
          <a:p>
            <a:pPr marL="331470" indent="-285750">
              <a:buFont typeface="Arial" panose="020B0604020202020204" pitchFamily="34" charset="0"/>
              <a:buChar char="•"/>
            </a:pPr>
            <a:r>
              <a:rPr lang="en-US" sz="1400" dirty="0"/>
              <a:t>Step 3: KNN Voting</a:t>
            </a:r>
          </a:p>
          <a:p>
            <a:pPr marL="651510" lvl="1" indent="-285750">
              <a:buFont typeface="Arial" panose="020B0604020202020204" pitchFamily="34" charset="0"/>
              <a:buChar char="•"/>
            </a:pPr>
            <a:r>
              <a:rPr lang="en-US" sz="1400" dirty="0"/>
              <a:t>K = 3</a:t>
            </a:r>
          </a:p>
        </p:txBody>
      </p:sp>
      <p:pic>
        <p:nvPicPr>
          <p:cNvPr id="6146" name="Picture 2">
            <a:extLst>
              <a:ext uri="{FF2B5EF4-FFF2-40B4-BE49-F238E27FC236}">
                <a16:creationId xmlns:a16="http://schemas.microsoft.com/office/drawing/2014/main" id="{39213F52-2E08-303B-6046-430C1B0525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17949" y="2283455"/>
            <a:ext cx="5688632" cy="811231"/>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669C782E-2CFB-D3EB-534D-135859B99D60}"/>
              </a:ext>
            </a:extLst>
          </p:cNvPr>
          <p:cNvSpPr txBox="1">
            <a:spLocks/>
          </p:cNvSpPr>
          <p:nvPr/>
        </p:nvSpPr>
        <p:spPr>
          <a:xfrm>
            <a:off x="1293812" y="3102608"/>
            <a:ext cx="8477874" cy="307212"/>
          </a:xfrm>
          <a:prstGeom prst="rect">
            <a:avLst/>
          </a:prstGeom>
        </p:spPr>
        <p:txBody>
          <a:bodyPr vert="horz" lIns="91440" tIns="45720" rIns="91440" bIns="45720" rtlCol="0" anchor="t">
            <a:normAutofit/>
          </a:bodyPr>
          <a:lstStyle>
            <a:lvl1pPr marL="45720" indent="0" algn="l" defTabSz="914400" rtl="0" eaLnBrk="1" latinLnBrk="0" hangingPunct="1">
              <a:lnSpc>
                <a:spcPct val="110000"/>
              </a:lnSpc>
              <a:spcBef>
                <a:spcPts val="1800"/>
              </a:spcBef>
              <a:buClr>
                <a:schemeClr val="tx1">
                  <a:lumMod val="65000"/>
                  <a:lumOff val="35000"/>
                </a:schemeClr>
              </a:buClr>
              <a:buSzPct val="80000"/>
              <a:buFont typeface="Arial" pitchFamily="34" charset="0"/>
              <a:buNone/>
              <a:defRPr lang="en-US" sz="1800" kern="1200" dirty="0">
                <a:solidFill>
                  <a:schemeClr val="tx1">
                    <a:lumMod val="85000"/>
                    <a:lumOff val="15000"/>
                  </a:schemeClr>
                </a:solidFill>
                <a:latin typeface="+mn-lt"/>
                <a:ea typeface="+mn-lt"/>
                <a:cs typeface="+mn-lt"/>
              </a:defRPr>
            </a:lvl1pPr>
            <a:lvl2pPr marL="365760" indent="0" algn="l" defTabSz="914400" rtl="0" eaLnBrk="1" latinLnBrk="0" hangingPunct="1">
              <a:lnSpc>
                <a:spcPct val="110000"/>
              </a:lnSpc>
              <a:spcBef>
                <a:spcPts val="1000"/>
              </a:spcBef>
              <a:buClr>
                <a:schemeClr val="tx1">
                  <a:lumMod val="65000"/>
                  <a:lumOff val="35000"/>
                </a:schemeClr>
              </a:buClr>
              <a:buSzPct val="80000"/>
              <a:buFont typeface="Arial" panose="020B0604020202020204" pitchFamily="34" charset="0"/>
              <a:buNone/>
              <a:defRPr lang="en-US" sz="1800" kern="1200" dirty="0">
                <a:solidFill>
                  <a:schemeClr val="tx1">
                    <a:lumMod val="85000"/>
                    <a:lumOff val="15000"/>
                  </a:schemeClr>
                </a:solidFill>
                <a:latin typeface="+mn-lt"/>
                <a:ea typeface="+mn-lt"/>
                <a:cs typeface="+mn-lt"/>
              </a:defRPr>
            </a:lvl2pPr>
            <a:lvl3pPr marL="594360" indent="0" algn="l" defTabSz="914400" rtl="0" eaLnBrk="1" latinLnBrk="0" hangingPunct="1">
              <a:lnSpc>
                <a:spcPct val="110000"/>
              </a:lnSpc>
              <a:spcBef>
                <a:spcPts val="600"/>
              </a:spcBef>
              <a:buClr>
                <a:schemeClr val="tx1">
                  <a:lumMod val="65000"/>
                  <a:lumOff val="35000"/>
                </a:schemeClr>
              </a:buClr>
              <a:buSzPct val="80000"/>
              <a:buFont typeface="Arial" pitchFamily="34" charset="0"/>
              <a:buNone/>
              <a:defRPr lang="en-US" sz="1800" kern="1200" dirty="0">
                <a:solidFill>
                  <a:schemeClr val="tx1">
                    <a:lumMod val="85000"/>
                    <a:lumOff val="15000"/>
                  </a:schemeClr>
                </a:solidFill>
                <a:latin typeface="+mn-lt"/>
                <a:ea typeface="+mn-lt"/>
                <a:cs typeface="+mn-lt"/>
              </a:defRPr>
            </a:lvl3pPr>
            <a:lvl4pPr marL="777240" indent="0" algn="l" defTabSz="914400" rtl="0" eaLnBrk="1" latinLnBrk="0" hangingPunct="1">
              <a:lnSpc>
                <a:spcPct val="110000"/>
              </a:lnSpc>
              <a:spcBef>
                <a:spcPts val="600"/>
              </a:spcBef>
              <a:buClr>
                <a:schemeClr val="tx1">
                  <a:lumMod val="65000"/>
                  <a:lumOff val="35000"/>
                </a:schemeClr>
              </a:buClr>
              <a:buSzPct val="80000"/>
              <a:buFont typeface="Arial" pitchFamily="34" charset="0"/>
              <a:buNone/>
              <a:defRPr lang="en-US" sz="1800" kern="1200" dirty="0">
                <a:solidFill>
                  <a:schemeClr val="tx1">
                    <a:lumMod val="85000"/>
                    <a:lumOff val="15000"/>
                  </a:schemeClr>
                </a:solidFill>
                <a:latin typeface="+mn-lt"/>
                <a:ea typeface="+mn-lt"/>
                <a:cs typeface="+mn-lt"/>
              </a:defRPr>
            </a:lvl4pPr>
            <a:lvl5pPr marL="960120" indent="0" algn="l" defTabSz="914400" rtl="0" eaLnBrk="1" latinLnBrk="0" hangingPunct="1">
              <a:lnSpc>
                <a:spcPct val="110000"/>
              </a:lnSpc>
              <a:spcBef>
                <a:spcPts val="600"/>
              </a:spcBef>
              <a:buClr>
                <a:schemeClr val="tx1">
                  <a:lumMod val="65000"/>
                  <a:lumOff val="35000"/>
                </a:schemeClr>
              </a:buClr>
              <a:buSzPct val="80000"/>
              <a:buFont typeface="Arial" pitchFamily="34" charset="0"/>
              <a:buNone/>
              <a:defRPr sz="1800" kern="1200" dirty="0">
                <a:solidFill>
                  <a:schemeClr val="tx1">
                    <a:lumMod val="85000"/>
                    <a:lumOff val="15000"/>
                  </a:schemeClr>
                </a:solidFill>
                <a:latin typeface="+mn-lt"/>
                <a:ea typeface="+mn-lt"/>
                <a:cs typeface="+mn-lt"/>
              </a:defRPr>
            </a:lvl5pPr>
            <a:lvl6pPr marL="123444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6pPr>
            <a:lvl7pPr marL="137160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7pPr>
            <a:lvl8pPr marL="150876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8pPr>
            <a:lvl9pPr marL="164592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9pPr>
          </a:lstStyle>
          <a:p>
            <a:pPr marL="651510" lvl="1" indent="-285750">
              <a:buFont typeface="Arial" panose="020B0604020202020204" pitchFamily="34" charset="0"/>
              <a:buChar char="•"/>
            </a:pPr>
            <a:r>
              <a:rPr lang="en-US" sz="1400" dirty="0"/>
              <a:t>K = 5</a:t>
            </a:r>
          </a:p>
        </p:txBody>
      </p:sp>
      <p:pic>
        <p:nvPicPr>
          <p:cNvPr id="6148" name="Picture 4">
            <a:extLst>
              <a:ext uri="{FF2B5EF4-FFF2-40B4-BE49-F238E27FC236}">
                <a16:creationId xmlns:a16="http://schemas.microsoft.com/office/drawing/2014/main" id="{BD3D24EF-C07C-1173-F307-39AA932FCA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7949" y="3409002"/>
            <a:ext cx="5688632" cy="1161554"/>
          </a:xfrm>
          <a:prstGeom prst="rect">
            <a:avLst/>
          </a:prstGeom>
          <a:noFill/>
          <a:extLst>
            <a:ext uri="{909E8E84-426E-40DD-AFC4-6F175D3DCCD1}">
              <a14:hiddenFill xmlns:a14="http://schemas.microsoft.com/office/drawing/2010/main">
                <a:solidFill>
                  <a:srgbClr val="FFFFFF"/>
                </a:solidFill>
              </a14:hiddenFill>
            </a:ext>
          </a:extLst>
        </p:spPr>
      </p:pic>
      <p:sp>
        <p:nvSpPr>
          <p:cNvPr id="4" name="Content Placeholder 2">
            <a:extLst>
              <a:ext uri="{FF2B5EF4-FFF2-40B4-BE49-F238E27FC236}">
                <a16:creationId xmlns:a16="http://schemas.microsoft.com/office/drawing/2014/main" id="{6978F2AD-7E92-F9A8-751E-2A7BA3AAECE1}"/>
              </a:ext>
            </a:extLst>
          </p:cNvPr>
          <p:cNvSpPr txBox="1">
            <a:spLocks/>
          </p:cNvSpPr>
          <p:nvPr/>
        </p:nvSpPr>
        <p:spPr>
          <a:xfrm>
            <a:off x="1293812" y="4567747"/>
            <a:ext cx="8477874" cy="307212"/>
          </a:xfrm>
          <a:prstGeom prst="rect">
            <a:avLst/>
          </a:prstGeom>
        </p:spPr>
        <p:txBody>
          <a:bodyPr vert="horz" lIns="91440" tIns="45720" rIns="91440" bIns="45720" rtlCol="0" anchor="t">
            <a:normAutofit/>
          </a:bodyPr>
          <a:lstStyle>
            <a:lvl1pPr marL="45720" indent="0" algn="l" defTabSz="914400" rtl="0" eaLnBrk="1" latinLnBrk="0" hangingPunct="1">
              <a:lnSpc>
                <a:spcPct val="110000"/>
              </a:lnSpc>
              <a:spcBef>
                <a:spcPts val="1800"/>
              </a:spcBef>
              <a:buClr>
                <a:schemeClr val="tx1">
                  <a:lumMod val="65000"/>
                  <a:lumOff val="35000"/>
                </a:schemeClr>
              </a:buClr>
              <a:buSzPct val="80000"/>
              <a:buFont typeface="Arial" pitchFamily="34" charset="0"/>
              <a:buNone/>
              <a:defRPr lang="en-US" sz="1800" kern="1200" dirty="0">
                <a:solidFill>
                  <a:schemeClr val="tx1">
                    <a:lumMod val="85000"/>
                    <a:lumOff val="15000"/>
                  </a:schemeClr>
                </a:solidFill>
                <a:latin typeface="+mn-lt"/>
                <a:ea typeface="+mn-lt"/>
                <a:cs typeface="+mn-lt"/>
              </a:defRPr>
            </a:lvl1pPr>
            <a:lvl2pPr marL="365760" indent="0" algn="l" defTabSz="914400" rtl="0" eaLnBrk="1" latinLnBrk="0" hangingPunct="1">
              <a:lnSpc>
                <a:spcPct val="110000"/>
              </a:lnSpc>
              <a:spcBef>
                <a:spcPts val="1000"/>
              </a:spcBef>
              <a:buClr>
                <a:schemeClr val="tx1">
                  <a:lumMod val="65000"/>
                  <a:lumOff val="35000"/>
                </a:schemeClr>
              </a:buClr>
              <a:buSzPct val="80000"/>
              <a:buFont typeface="Arial" panose="020B0604020202020204" pitchFamily="34" charset="0"/>
              <a:buNone/>
              <a:defRPr lang="en-US" sz="1800" kern="1200" dirty="0">
                <a:solidFill>
                  <a:schemeClr val="tx1">
                    <a:lumMod val="85000"/>
                    <a:lumOff val="15000"/>
                  </a:schemeClr>
                </a:solidFill>
                <a:latin typeface="+mn-lt"/>
                <a:ea typeface="+mn-lt"/>
                <a:cs typeface="+mn-lt"/>
              </a:defRPr>
            </a:lvl2pPr>
            <a:lvl3pPr marL="594360" indent="0" algn="l" defTabSz="914400" rtl="0" eaLnBrk="1" latinLnBrk="0" hangingPunct="1">
              <a:lnSpc>
                <a:spcPct val="110000"/>
              </a:lnSpc>
              <a:spcBef>
                <a:spcPts val="600"/>
              </a:spcBef>
              <a:buClr>
                <a:schemeClr val="tx1">
                  <a:lumMod val="65000"/>
                  <a:lumOff val="35000"/>
                </a:schemeClr>
              </a:buClr>
              <a:buSzPct val="80000"/>
              <a:buFont typeface="Arial" pitchFamily="34" charset="0"/>
              <a:buNone/>
              <a:defRPr lang="en-US" sz="1800" kern="1200" dirty="0">
                <a:solidFill>
                  <a:schemeClr val="tx1">
                    <a:lumMod val="85000"/>
                    <a:lumOff val="15000"/>
                  </a:schemeClr>
                </a:solidFill>
                <a:latin typeface="+mn-lt"/>
                <a:ea typeface="+mn-lt"/>
                <a:cs typeface="+mn-lt"/>
              </a:defRPr>
            </a:lvl3pPr>
            <a:lvl4pPr marL="777240" indent="0" algn="l" defTabSz="914400" rtl="0" eaLnBrk="1" latinLnBrk="0" hangingPunct="1">
              <a:lnSpc>
                <a:spcPct val="110000"/>
              </a:lnSpc>
              <a:spcBef>
                <a:spcPts val="600"/>
              </a:spcBef>
              <a:buClr>
                <a:schemeClr val="tx1">
                  <a:lumMod val="65000"/>
                  <a:lumOff val="35000"/>
                </a:schemeClr>
              </a:buClr>
              <a:buSzPct val="80000"/>
              <a:buFont typeface="Arial" pitchFamily="34" charset="0"/>
              <a:buNone/>
              <a:defRPr lang="en-US" sz="1800" kern="1200" dirty="0">
                <a:solidFill>
                  <a:schemeClr val="tx1">
                    <a:lumMod val="85000"/>
                    <a:lumOff val="15000"/>
                  </a:schemeClr>
                </a:solidFill>
                <a:latin typeface="+mn-lt"/>
                <a:ea typeface="+mn-lt"/>
                <a:cs typeface="+mn-lt"/>
              </a:defRPr>
            </a:lvl4pPr>
            <a:lvl5pPr marL="960120" indent="0" algn="l" defTabSz="914400" rtl="0" eaLnBrk="1" latinLnBrk="0" hangingPunct="1">
              <a:lnSpc>
                <a:spcPct val="110000"/>
              </a:lnSpc>
              <a:spcBef>
                <a:spcPts val="600"/>
              </a:spcBef>
              <a:buClr>
                <a:schemeClr val="tx1">
                  <a:lumMod val="65000"/>
                  <a:lumOff val="35000"/>
                </a:schemeClr>
              </a:buClr>
              <a:buSzPct val="80000"/>
              <a:buFont typeface="Arial" pitchFamily="34" charset="0"/>
              <a:buNone/>
              <a:defRPr sz="1800" kern="1200" dirty="0">
                <a:solidFill>
                  <a:schemeClr val="tx1">
                    <a:lumMod val="85000"/>
                    <a:lumOff val="15000"/>
                  </a:schemeClr>
                </a:solidFill>
                <a:latin typeface="+mn-lt"/>
                <a:ea typeface="+mn-lt"/>
                <a:cs typeface="+mn-lt"/>
              </a:defRPr>
            </a:lvl5pPr>
            <a:lvl6pPr marL="123444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6pPr>
            <a:lvl7pPr marL="137160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7pPr>
            <a:lvl8pPr marL="150876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8pPr>
            <a:lvl9pPr marL="164592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9pPr>
          </a:lstStyle>
          <a:p>
            <a:pPr marL="651510" lvl="1" indent="-285750">
              <a:buFont typeface="Arial" panose="020B0604020202020204" pitchFamily="34" charset="0"/>
              <a:buChar char="•"/>
            </a:pPr>
            <a:r>
              <a:rPr lang="en-US" sz="1400" dirty="0"/>
              <a:t>K =7</a:t>
            </a:r>
          </a:p>
        </p:txBody>
      </p:sp>
      <p:pic>
        <p:nvPicPr>
          <p:cNvPr id="6150" name="Picture 6">
            <a:extLst>
              <a:ext uri="{FF2B5EF4-FFF2-40B4-BE49-F238E27FC236}">
                <a16:creationId xmlns:a16="http://schemas.microsoft.com/office/drawing/2014/main" id="{5E6C8013-95DE-5524-486B-4817C258FE2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17949" y="4874959"/>
            <a:ext cx="5688632" cy="1424649"/>
          </a:xfrm>
          <a:prstGeom prst="rect">
            <a:avLst/>
          </a:prstGeom>
          <a:noFill/>
          <a:extLst>
            <a:ext uri="{909E8E84-426E-40DD-AFC4-6F175D3DCCD1}">
              <a14:hiddenFill xmlns:a14="http://schemas.microsoft.com/office/drawing/2010/main">
                <a:solidFill>
                  <a:srgbClr val="FFFFFF"/>
                </a:solidFill>
              </a14:hiddenFill>
            </a:ext>
          </a:extLst>
        </p:spPr>
      </p:pic>
      <p:sp>
        <p:nvSpPr>
          <p:cNvPr id="5" name="Content Placeholder 2">
            <a:extLst>
              <a:ext uri="{FF2B5EF4-FFF2-40B4-BE49-F238E27FC236}">
                <a16:creationId xmlns:a16="http://schemas.microsoft.com/office/drawing/2014/main" id="{9289DE85-7F23-A0D4-4D59-14666317F573}"/>
              </a:ext>
            </a:extLst>
          </p:cNvPr>
          <p:cNvSpPr txBox="1">
            <a:spLocks/>
          </p:cNvSpPr>
          <p:nvPr/>
        </p:nvSpPr>
        <p:spPr>
          <a:xfrm>
            <a:off x="8542684" y="3183040"/>
            <a:ext cx="3145484" cy="1296144"/>
          </a:xfrm>
          <a:prstGeom prst="rect">
            <a:avLst/>
          </a:prstGeom>
        </p:spPr>
        <p:txBody>
          <a:bodyPr vert="horz" lIns="91440" tIns="45720" rIns="91440" bIns="45720" rtlCol="0" anchor="t">
            <a:normAutofit/>
          </a:bodyPr>
          <a:lstStyle>
            <a:lvl1pPr marL="45720" indent="0" algn="l" defTabSz="914400" rtl="0" eaLnBrk="1" latinLnBrk="0" hangingPunct="1">
              <a:lnSpc>
                <a:spcPct val="110000"/>
              </a:lnSpc>
              <a:spcBef>
                <a:spcPts val="1800"/>
              </a:spcBef>
              <a:buClr>
                <a:schemeClr val="tx1">
                  <a:lumMod val="65000"/>
                  <a:lumOff val="35000"/>
                </a:schemeClr>
              </a:buClr>
              <a:buSzPct val="80000"/>
              <a:buFont typeface="Arial" pitchFamily="34" charset="0"/>
              <a:buNone/>
              <a:defRPr lang="en-US" sz="1800" kern="1200" dirty="0">
                <a:solidFill>
                  <a:schemeClr val="tx1">
                    <a:lumMod val="85000"/>
                    <a:lumOff val="15000"/>
                  </a:schemeClr>
                </a:solidFill>
                <a:latin typeface="+mn-lt"/>
                <a:ea typeface="+mn-lt"/>
                <a:cs typeface="+mn-lt"/>
              </a:defRPr>
            </a:lvl1pPr>
            <a:lvl2pPr marL="365760" indent="0" algn="l" defTabSz="914400" rtl="0" eaLnBrk="1" latinLnBrk="0" hangingPunct="1">
              <a:lnSpc>
                <a:spcPct val="110000"/>
              </a:lnSpc>
              <a:spcBef>
                <a:spcPts val="1000"/>
              </a:spcBef>
              <a:buClr>
                <a:schemeClr val="tx1">
                  <a:lumMod val="65000"/>
                  <a:lumOff val="35000"/>
                </a:schemeClr>
              </a:buClr>
              <a:buSzPct val="80000"/>
              <a:buFont typeface="Arial" panose="020B0604020202020204" pitchFamily="34" charset="0"/>
              <a:buNone/>
              <a:defRPr lang="en-US" sz="1800" kern="1200" dirty="0">
                <a:solidFill>
                  <a:schemeClr val="tx1">
                    <a:lumMod val="85000"/>
                    <a:lumOff val="15000"/>
                  </a:schemeClr>
                </a:solidFill>
                <a:latin typeface="+mn-lt"/>
                <a:ea typeface="+mn-lt"/>
                <a:cs typeface="+mn-lt"/>
              </a:defRPr>
            </a:lvl2pPr>
            <a:lvl3pPr marL="594360" indent="0" algn="l" defTabSz="914400" rtl="0" eaLnBrk="1" latinLnBrk="0" hangingPunct="1">
              <a:lnSpc>
                <a:spcPct val="110000"/>
              </a:lnSpc>
              <a:spcBef>
                <a:spcPts val="600"/>
              </a:spcBef>
              <a:buClr>
                <a:schemeClr val="tx1">
                  <a:lumMod val="65000"/>
                  <a:lumOff val="35000"/>
                </a:schemeClr>
              </a:buClr>
              <a:buSzPct val="80000"/>
              <a:buFont typeface="Arial" pitchFamily="34" charset="0"/>
              <a:buNone/>
              <a:defRPr lang="en-US" sz="1800" kern="1200" dirty="0">
                <a:solidFill>
                  <a:schemeClr val="tx1">
                    <a:lumMod val="85000"/>
                    <a:lumOff val="15000"/>
                  </a:schemeClr>
                </a:solidFill>
                <a:latin typeface="+mn-lt"/>
                <a:ea typeface="+mn-lt"/>
                <a:cs typeface="+mn-lt"/>
              </a:defRPr>
            </a:lvl3pPr>
            <a:lvl4pPr marL="777240" indent="0" algn="l" defTabSz="914400" rtl="0" eaLnBrk="1" latinLnBrk="0" hangingPunct="1">
              <a:lnSpc>
                <a:spcPct val="110000"/>
              </a:lnSpc>
              <a:spcBef>
                <a:spcPts val="600"/>
              </a:spcBef>
              <a:buClr>
                <a:schemeClr val="tx1">
                  <a:lumMod val="65000"/>
                  <a:lumOff val="35000"/>
                </a:schemeClr>
              </a:buClr>
              <a:buSzPct val="80000"/>
              <a:buFont typeface="Arial" pitchFamily="34" charset="0"/>
              <a:buNone/>
              <a:defRPr lang="en-US" sz="1800" kern="1200" dirty="0">
                <a:solidFill>
                  <a:schemeClr val="tx1">
                    <a:lumMod val="85000"/>
                    <a:lumOff val="15000"/>
                  </a:schemeClr>
                </a:solidFill>
                <a:latin typeface="+mn-lt"/>
                <a:ea typeface="+mn-lt"/>
                <a:cs typeface="+mn-lt"/>
              </a:defRPr>
            </a:lvl4pPr>
            <a:lvl5pPr marL="960120" indent="0" algn="l" defTabSz="914400" rtl="0" eaLnBrk="1" latinLnBrk="0" hangingPunct="1">
              <a:lnSpc>
                <a:spcPct val="110000"/>
              </a:lnSpc>
              <a:spcBef>
                <a:spcPts val="600"/>
              </a:spcBef>
              <a:buClr>
                <a:schemeClr val="tx1">
                  <a:lumMod val="65000"/>
                  <a:lumOff val="35000"/>
                </a:schemeClr>
              </a:buClr>
              <a:buSzPct val="80000"/>
              <a:buFont typeface="Arial" pitchFamily="34" charset="0"/>
              <a:buNone/>
              <a:defRPr sz="1800" kern="1200" dirty="0">
                <a:solidFill>
                  <a:schemeClr val="tx1">
                    <a:lumMod val="85000"/>
                    <a:lumOff val="15000"/>
                  </a:schemeClr>
                </a:solidFill>
                <a:latin typeface="+mn-lt"/>
                <a:ea typeface="+mn-lt"/>
                <a:cs typeface="+mn-lt"/>
              </a:defRPr>
            </a:lvl5pPr>
            <a:lvl6pPr marL="123444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6pPr>
            <a:lvl7pPr marL="137160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7pPr>
            <a:lvl8pPr marL="150876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8pPr>
            <a:lvl9pPr marL="164592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9pPr>
          </a:lstStyle>
          <a:p>
            <a:pPr lvl="1" algn="just"/>
            <a:r>
              <a:rPr lang="en-US" sz="1400" dirty="0"/>
              <a:t>For the test instance (Rainfall Intensity = Heavy,  Water Level = Knee, Wind Strength = Strong), the KNN model predict: </a:t>
            </a:r>
            <a:r>
              <a:rPr lang="en-US" sz="1400" b="1" dirty="0"/>
              <a:t>Flood Risk = “High”</a:t>
            </a:r>
          </a:p>
        </p:txBody>
      </p:sp>
    </p:spTree>
    <p:extLst>
      <p:ext uri="{BB962C8B-B14F-4D97-AF65-F5344CB8AC3E}">
        <p14:creationId xmlns:p14="http://schemas.microsoft.com/office/powerpoint/2010/main" val="417262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7BA28EC-F50D-39BF-A000-69F3EDD297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C4DA02-4857-605D-C091-247878CAD615}"/>
              </a:ext>
            </a:extLst>
          </p:cNvPr>
          <p:cNvSpPr>
            <a:spLocks noGrp="1"/>
          </p:cNvSpPr>
          <p:nvPr>
            <p:ph type="title"/>
          </p:nvPr>
        </p:nvSpPr>
        <p:spPr>
          <a:xfrm>
            <a:off x="1293812" y="609600"/>
            <a:ext cx="4800600" cy="947192"/>
          </a:xfrm>
        </p:spPr>
        <p:txBody>
          <a:bodyPr anchor="t">
            <a:normAutofit/>
          </a:bodyPr>
          <a:lstStyle/>
          <a:p>
            <a:r>
              <a:rPr lang="en-US" dirty="0"/>
              <a:t>Decision Tree</a:t>
            </a:r>
          </a:p>
        </p:txBody>
      </p:sp>
      <p:sp>
        <p:nvSpPr>
          <p:cNvPr id="14" name="Slide Number Placeholder 13">
            <a:extLst>
              <a:ext uri="{FF2B5EF4-FFF2-40B4-BE49-F238E27FC236}">
                <a16:creationId xmlns:a16="http://schemas.microsoft.com/office/drawing/2014/main" id="{44640FB4-F07D-6A69-1746-D059AA8BB402}"/>
              </a:ext>
            </a:extLst>
          </p:cNvPr>
          <p:cNvSpPr>
            <a:spLocks noGrp="1"/>
          </p:cNvSpPr>
          <p:nvPr>
            <p:ph type="sldNum" sz="quarter" idx="12"/>
          </p:nvPr>
        </p:nvSpPr>
        <p:spPr>
          <a:xfrm>
            <a:off x="1" y="609600"/>
            <a:ext cx="760412" cy="381000"/>
          </a:xfrm>
        </p:spPr>
        <p:txBody>
          <a:bodyPr/>
          <a:lstStyle/>
          <a:p>
            <a:fld id="{AAEAE4A8-A6E5-453E-B946-FB774B73F48C}" type="slidenum">
              <a:rPr lang="en-US" smtClean="0"/>
              <a:pPr/>
              <a:t>10</a:t>
            </a:fld>
            <a:endParaRPr lang="en-US" dirty="0"/>
          </a:p>
        </p:txBody>
      </p:sp>
      <p:sp>
        <p:nvSpPr>
          <p:cNvPr id="3" name="Content Placeholder 2">
            <a:extLst>
              <a:ext uri="{FF2B5EF4-FFF2-40B4-BE49-F238E27FC236}">
                <a16:creationId xmlns:a16="http://schemas.microsoft.com/office/drawing/2014/main" id="{3BA156BC-141B-FE2C-BC40-92EF1D9DC498}"/>
              </a:ext>
            </a:extLst>
          </p:cNvPr>
          <p:cNvSpPr>
            <a:spLocks noGrp="1"/>
          </p:cNvSpPr>
          <p:nvPr>
            <p:ph idx="1"/>
          </p:nvPr>
        </p:nvSpPr>
        <p:spPr>
          <a:xfrm>
            <a:off x="1125860" y="1266916"/>
            <a:ext cx="7272808" cy="2160240"/>
          </a:xfrm>
        </p:spPr>
        <p:txBody>
          <a:bodyPr vert="horz" lIns="91440" tIns="45720" rIns="91440" bIns="45720" rtlCol="0" anchor="t">
            <a:noAutofit/>
          </a:bodyPr>
          <a:lstStyle/>
          <a:p>
            <a:pPr marL="331470" indent="-285750">
              <a:buFont typeface="Arial" panose="020B0604020202020204" pitchFamily="34" charset="0"/>
              <a:buChar char="•"/>
            </a:pPr>
            <a:r>
              <a:rPr lang="en-US" dirty="0"/>
              <a:t>Features Used: Rainfall, River Overflow, Soil Condition, Wind Intensity → Disaster</a:t>
            </a:r>
          </a:p>
          <a:p>
            <a:pPr marL="331470" indent="-285750">
              <a:buFont typeface="Arial" panose="020B0604020202020204" pitchFamily="34" charset="0"/>
              <a:buChar char="•"/>
            </a:pPr>
            <a:r>
              <a:rPr lang="en-US" dirty="0"/>
              <a:t>Formula (</a:t>
            </a:r>
            <a:r>
              <a:rPr lang="en-US" dirty="0" err="1"/>
              <a:t>Informatin</a:t>
            </a:r>
            <a:r>
              <a:rPr lang="en-US" dirty="0"/>
              <a:t> Gain): </a:t>
            </a:r>
          </a:p>
          <a:p>
            <a:pPr marL="331470" indent="-285750">
              <a:buFont typeface="Arial" panose="020B0604020202020204" pitchFamily="34" charset="0"/>
              <a:buChar char="•"/>
            </a:pPr>
            <a:r>
              <a:rPr lang="en-US" dirty="0"/>
              <a:t>Example:</a:t>
            </a:r>
          </a:p>
          <a:p>
            <a:endParaRPr lang="en-US" dirty="0"/>
          </a:p>
        </p:txBody>
      </p:sp>
      <p:pic>
        <p:nvPicPr>
          <p:cNvPr id="7172" name="Picture 4">
            <a:extLst>
              <a:ext uri="{FF2B5EF4-FFF2-40B4-BE49-F238E27FC236}">
                <a16:creationId xmlns:a16="http://schemas.microsoft.com/office/drawing/2014/main" id="{151D2665-B890-4301-0883-2691DF46EC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10236" y="2017640"/>
            <a:ext cx="4163819" cy="522151"/>
          </a:xfrm>
          <a:prstGeom prst="rect">
            <a:avLst/>
          </a:prstGeom>
          <a:noFill/>
          <a:extLst>
            <a:ext uri="{909E8E84-426E-40DD-AFC4-6F175D3DCCD1}">
              <a14:hiddenFill xmlns:a14="http://schemas.microsoft.com/office/drawing/2010/main">
                <a:solidFill>
                  <a:srgbClr val="FFFFFF"/>
                </a:solidFill>
              </a14:hiddenFill>
            </a:ext>
          </a:extLst>
        </p:spPr>
      </p:pic>
      <p:pic>
        <p:nvPicPr>
          <p:cNvPr id="7174" name="Picture 6">
            <a:extLst>
              <a:ext uri="{FF2B5EF4-FFF2-40B4-BE49-F238E27FC236}">
                <a16:creationId xmlns:a16="http://schemas.microsoft.com/office/drawing/2014/main" id="{5284494D-E8BB-8EF9-84AF-2EDBF9C19A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5940" y="3140968"/>
            <a:ext cx="6048672" cy="25829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56628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DB010FC-8C93-987D-E84C-C29BA05B27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203ABA-DFE4-67E4-AF7D-E36B190A88B3}"/>
              </a:ext>
            </a:extLst>
          </p:cNvPr>
          <p:cNvSpPr>
            <a:spLocks noGrp="1"/>
          </p:cNvSpPr>
          <p:nvPr>
            <p:ph type="title"/>
          </p:nvPr>
        </p:nvSpPr>
        <p:spPr>
          <a:xfrm>
            <a:off x="1293812" y="609600"/>
            <a:ext cx="4800600" cy="947192"/>
          </a:xfrm>
        </p:spPr>
        <p:txBody>
          <a:bodyPr anchor="t">
            <a:normAutofit/>
          </a:bodyPr>
          <a:lstStyle/>
          <a:p>
            <a:r>
              <a:rPr lang="en-US" dirty="0"/>
              <a:t>Decision Tree</a:t>
            </a:r>
          </a:p>
        </p:txBody>
      </p:sp>
      <p:sp>
        <p:nvSpPr>
          <p:cNvPr id="14" name="Slide Number Placeholder 13">
            <a:extLst>
              <a:ext uri="{FF2B5EF4-FFF2-40B4-BE49-F238E27FC236}">
                <a16:creationId xmlns:a16="http://schemas.microsoft.com/office/drawing/2014/main" id="{C97A96EB-6EE0-3A2B-505A-433301FF978C}"/>
              </a:ext>
            </a:extLst>
          </p:cNvPr>
          <p:cNvSpPr>
            <a:spLocks noGrp="1"/>
          </p:cNvSpPr>
          <p:nvPr>
            <p:ph type="sldNum" sz="quarter" idx="12"/>
          </p:nvPr>
        </p:nvSpPr>
        <p:spPr>
          <a:xfrm>
            <a:off x="1" y="609600"/>
            <a:ext cx="760412" cy="381000"/>
          </a:xfrm>
        </p:spPr>
        <p:txBody>
          <a:bodyPr/>
          <a:lstStyle/>
          <a:p>
            <a:fld id="{AAEAE4A8-A6E5-453E-B946-FB774B73F48C}" type="slidenum">
              <a:rPr lang="en-US" smtClean="0"/>
              <a:pPr/>
              <a:t>11</a:t>
            </a:fld>
            <a:endParaRPr lang="en-US" dirty="0"/>
          </a:p>
        </p:txBody>
      </p:sp>
      <p:sp>
        <p:nvSpPr>
          <p:cNvPr id="3" name="Content Placeholder 2">
            <a:extLst>
              <a:ext uri="{FF2B5EF4-FFF2-40B4-BE49-F238E27FC236}">
                <a16:creationId xmlns:a16="http://schemas.microsoft.com/office/drawing/2014/main" id="{77C9E029-CFB1-99E5-5605-B0C4CDAEA024}"/>
              </a:ext>
            </a:extLst>
          </p:cNvPr>
          <p:cNvSpPr>
            <a:spLocks noGrp="1"/>
          </p:cNvSpPr>
          <p:nvPr>
            <p:ph idx="1"/>
          </p:nvPr>
        </p:nvSpPr>
        <p:spPr>
          <a:xfrm>
            <a:off x="1293812" y="2875112"/>
            <a:ext cx="7272808" cy="1850032"/>
          </a:xfrm>
        </p:spPr>
        <p:txBody>
          <a:bodyPr vert="horz" lIns="91440" tIns="45720" rIns="91440" bIns="45720" rtlCol="0" anchor="t">
            <a:noAutofit/>
          </a:bodyPr>
          <a:lstStyle/>
          <a:p>
            <a:pPr marL="331470" indent="-285750">
              <a:buFont typeface="Arial" panose="020B0604020202020204" pitchFamily="34" charset="0"/>
              <a:buChar char="•"/>
            </a:pPr>
            <a:r>
              <a:rPr lang="en-US" sz="1400" dirty="0"/>
              <a:t>Step1: Calculate Entropy of dataset</a:t>
            </a:r>
          </a:p>
          <a:p>
            <a:pPr marL="651510" lvl="1" indent="-285750">
              <a:buFont typeface="Arial" panose="020B0604020202020204" pitchFamily="34" charset="0"/>
              <a:buChar char="•"/>
            </a:pPr>
            <a:r>
              <a:rPr lang="en-US" sz="1400" dirty="0">
                <a:latin typeface="+mj-lt"/>
                <a:ea typeface="Cambria Math" panose="02040503050406030204" pitchFamily="18" charset="0"/>
              </a:rPr>
              <a:t>P(Low)=6/10=0.6</a:t>
            </a:r>
          </a:p>
          <a:p>
            <a:pPr marL="651510" lvl="1" indent="-285750">
              <a:buFont typeface="Arial" panose="020B0604020202020204" pitchFamily="34" charset="0"/>
              <a:buChar char="•"/>
            </a:pPr>
            <a:r>
              <a:rPr lang="en-US" sz="1400" dirty="0">
                <a:latin typeface="+mj-lt"/>
                <a:ea typeface="Cambria Math" panose="02040503050406030204" pitchFamily="18" charset="0"/>
              </a:rPr>
              <a:t>P(Moderate)=3/10=0.3</a:t>
            </a:r>
          </a:p>
          <a:p>
            <a:pPr marL="651510" lvl="1" indent="-285750">
              <a:buFont typeface="Arial" panose="020B0604020202020204" pitchFamily="34" charset="0"/>
              <a:buChar char="•"/>
            </a:pPr>
            <a:r>
              <a:rPr lang="en-US" sz="1400" dirty="0">
                <a:latin typeface="+mj-lt"/>
                <a:ea typeface="Cambria Math" panose="02040503050406030204" pitchFamily="18" charset="0"/>
              </a:rPr>
              <a:t>P(Severe)=1/10=0.1</a:t>
            </a:r>
          </a:p>
          <a:p>
            <a:pPr lvl="1"/>
            <a:r>
              <a:rPr lang="en-US" sz="1400" dirty="0">
                <a:latin typeface="+mj-lt"/>
                <a:ea typeface="Cambria Math" panose="02040503050406030204" pitchFamily="18" charset="0"/>
              </a:rPr>
              <a:t>Entropy(S) = 1.296</a:t>
            </a:r>
            <a:endParaRPr lang="en-US" sz="1600" dirty="0">
              <a:latin typeface="+mj-lt"/>
              <a:ea typeface="Cambria Math" panose="02040503050406030204" pitchFamily="18" charset="0"/>
            </a:endParaRPr>
          </a:p>
        </p:txBody>
      </p:sp>
      <p:sp>
        <p:nvSpPr>
          <p:cNvPr id="6" name="TextBox 5">
            <a:extLst>
              <a:ext uri="{FF2B5EF4-FFF2-40B4-BE49-F238E27FC236}">
                <a16:creationId xmlns:a16="http://schemas.microsoft.com/office/drawing/2014/main" id="{C9E753B2-C6AB-EEED-17B9-8EBE00113847}"/>
              </a:ext>
            </a:extLst>
          </p:cNvPr>
          <p:cNvSpPr txBox="1"/>
          <p:nvPr/>
        </p:nvSpPr>
        <p:spPr>
          <a:xfrm>
            <a:off x="1293812" y="1268760"/>
            <a:ext cx="6161808" cy="1477328"/>
          </a:xfrm>
          <a:prstGeom prst="rect">
            <a:avLst/>
          </a:prstGeom>
          <a:noFill/>
          <a:ln>
            <a:solidFill>
              <a:schemeClr val="bg2"/>
            </a:solidFill>
          </a:ln>
        </p:spPr>
        <p:txBody>
          <a:bodyPr wrap="square">
            <a:spAutoFit/>
          </a:bodyPr>
          <a:lstStyle/>
          <a:p>
            <a:pPr marL="285750" indent="-285750">
              <a:buFont typeface="Arial" panose="020B0604020202020204" pitchFamily="34" charset="0"/>
              <a:buChar char="•"/>
            </a:pPr>
            <a:r>
              <a:rPr lang="en-US" sz="1800" dirty="0">
                <a:latin typeface="+mj-lt"/>
                <a:ea typeface="Cambria Math" panose="02040503050406030204" pitchFamily="18" charset="0"/>
              </a:rPr>
              <a:t>Test </a:t>
            </a:r>
            <a:r>
              <a:rPr lang="en-US" dirty="0">
                <a:latin typeface="+mj-lt"/>
                <a:ea typeface="Cambria Math" panose="02040503050406030204" pitchFamily="18" charset="0"/>
              </a:rPr>
              <a:t>Instance:</a:t>
            </a:r>
          </a:p>
          <a:p>
            <a:pPr marL="742950" lvl="1" indent="-285750">
              <a:buFont typeface="Arial" panose="020B0604020202020204" pitchFamily="34" charset="0"/>
              <a:buChar char="•"/>
            </a:pPr>
            <a:r>
              <a:rPr lang="en-PH" dirty="0">
                <a:latin typeface="+mj-lt"/>
                <a:ea typeface="Cambria Math" panose="02040503050406030204" pitchFamily="18" charset="0"/>
              </a:rPr>
              <a:t>Rainfall = 3 (Heavy)</a:t>
            </a:r>
          </a:p>
          <a:p>
            <a:pPr marL="742950" lvl="1" indent="-285750">
              <a:buFont typeface="Arial" panose="020B0604020202020204" pitchFamily="34" charset="0"/>
              <a:buChar char="•"/>
            </a:pPr>
            <a:r>
              <a:rPr lang="en-PH" dirty="0">
                <a:latin typeface="+mj-lt"/>
                <a:ea typeface="Cambria Math" panose="02040503050406030204" pitchFamily="18" charset="0"/>
              </a:rPr>
              <a:t>River Overflow = 1 (Yes)</a:t>
            </a:r>
          </a:p>
          <a:p>
            <a:pPr marL="742950" lvl="1" indent="-285750">
              <a:buFont typeface="Arial" panose="020B0604020202020204" pitchFamily="34" charset="0"/>
              <a:buChar char="•"/>
            </a:pPr>
            <a:r>
              <a:rPr lang="en-PH" dirty="0">
                <a:latin typeface="+mj-lt"/>
                <a:ea typeface="Cambria Math" panose="02040503050406030204" pitchFamily="18" charset="0"/>
              </a:rPr>
              <a:t>Soil Condition = 1 (Weak)</a:t>
            </a:r>
          </a:p>
          <a:p>
            <a:pPr marL="742950" lvl="1" indent="-285750">
              <a:buFont typeface="Arial" panose="020B0604020202020204" pitchFamily="34" charset="0"/>
              <a:buChar char="•"/>
            </a:pPr>
            <a:r>
              <a:rPr lang="en-PH" dirty="0">
                <a:latin typeface="+mj-lt"/>
                <a:ea typeface="Cambria Math" panose="02040503050406030204" pitchFamily="18" charset="0"/>
              </a:rPr>
              <a:t>Wind Intensity = 3 (Strong)</a:t>
            </a:r>
          </a:p>
        </p:txBody>
      </p:sp>
      <p:sp>
        <p:nvSpPr>
          <p:cNvPr id="7" name="Content Placeholder 2">
            <a:extLst>
              <a:ext uri="{FF2B5EF4-FFF2-40B4-BE49-F238E27FC236}">
                <a16:creationId xmlns:a16="http://schemas.microsoft.com/office/drawing/2014/main" id="{2C8B37B4-3FF3-284B-CB2D-DD548A83E813}"/>
              </a:ext>
            </a:extLst>
          </p:cNvPr>
          <p:cNvSpPr txBox="1">
            <a:spLocks/>
          </p:cNvSpPr>
          <p:nvPr/>
        </p:nvSpPr>
        <p:spPr>
          <a:xfrm>
            <a:off x="1293812" y="4664224"/>
            <a:ext cx="7272808" cy="1850032"/>
          </a:xfrm>
          <a:prstGeom prst="rect">
            <a:avLst/>
          </a:prstGeom>
        </p:spPr>
        <p:txBody>
          <a:bodyPr vert="horz" lIns="91440" tIns="45720" rIns="91440" bIns="45720" rtlCol="0" anchor="t">
            <a:noAutofit/>
          </a:bodyPr>
          <a:lstStyle>
            <a:lvl1pPr marL="45720" indent="0" algn="l" defTabSz="914400" rtl="0" eaLnBrk="1" latinLnBrk="0" hangingPunct="1">
              <a:lnSpc>
                <a:spcPct val="110000"/>
              </a:lnSpc>
              <a:spcBef>
                <a:spcPts val="1800"/>
              </a:spcBef>
              <a:buClr>
                <a:schemeClr val="tx1">
                  <a:lumMod val="65000"/>
                  <a:lumOff val="35000"/>
                </a:schemeClr>
              </a:buClr>
              <a:buSzPct val="80000"/>
              <a:buFont typeface="Arial" pitchFamily="34" charset="0"/>
              <a:buNone/>
              <a:defRPr lang="en-US" sz="1800" kern="1200" dirty="0">
                <a:solidFill>
                  <a:schemeClr val="tx1">
                    <a:lumMod val="85000"/>
                    <a:lumOff val="15000"/>
                  </a:schemeClr>
                </a:solidFill>
                <a:latin typeface="+mn-lt"/>
                <a:ea typeface="+mn-lt"/>
                <a:cs typeface="+mn-lt"/>
              </a:defRPr>
            </a:lvl1pPr>
            <a:lvl2pPr marL="365760" indent="0" algn="l" defTabSz="914400" rtl="0" eaLnBrk="1" latinLnBrk="0" hangingPunct="1">
              <a:lnSpc>
                <a:spcPct val="110000"/>
              </a:lnSpc>
              <a:spcBef>
                <a:spcPts val="1000"/>
              </a:spcBef>
              <a:buClr>
                <a:schemeClr val="tx1">
                  <a:lumMod val="65000"/>
                  <a:lumOff val="35000"/>
                </a:schemeClr>
              </a:buClr>
              <a:buSzPct val="80000"/>
              <a:buFont typeface="Arial" panose="020B0604020202020204" pitchFamily="34" charset="0"/>
              <a:buNone/>
              <a:defRPr lang="en-US" sz="1800" kern="1200" dirty="0">
                <a:solidFill>
                  <a:schemeClr val="tx1">
                    <a:lumMod val="85000"/>
                    <a:lumOff val="15000"/>
                  </a:schemeClr>
                </a:solidFill>
                <a:latin typeface="+mn-lt"/>
                <a:ea typeface="+mn-lt"/>
                <a:cs typeface="+mn-lt"/>
              </a:defRPr>
            </a:lvl2pPr>
            <a:lvl3pPr marL="594360" indent="0" algn="l" defTabSz="914400" rtl="0" eaLnBrk="1" latinLnBrk="0" hangingPunct="1">
              <a:lnSpc>
                <a:spcPct val="110000"/>
              </a:lnSpc>
              <a:spcBef>
                <a:spcPts val="600"/>
              </a:spcBef>
              <a:buClr>
                <a:schemeClr val="tx1">
                  <a:lumMod val="65000"/>
                  <a:lumOff val="35000"/>
                </a:schemeClr>
              </a:buClr>
              <a:buSzPct val="80000"/>
              <a:buFont typeface="Arial" pitchFamily="34" charset="0"/>
              <a:buNone/>
              <a:defRPr lang="en-US" sz="1800" kern="1200" dirty="0">
                <a:solidFill>
                  <a:schemeClr val="tx1">
                    <a:lumMod val="85000"/>
                    <a:lumOff val="15000"/>
                  </a:schemeClr>
                </a:solidFill>
                <a:latin typeface="+mn-lt"/>
                <a:ea typeface="+mn-lt"/>
                <a:cs typeface="+mn-lt"/>
              </a:defRPr>
            </a:lvl3pPr>
            <a:lvl4pPr marL="777240" indent="0" algn="l" defTabSz="914400" rtl="0" eaLnBrk="1" latinLnBrk="0" hangingPunct="1">
              <a:lnSpc>
                <a:spcPct val="110000"/>
              </a:lnSpc>
              <a:spcBef>
                <a:spcPts val="600"/>
              </a:spcBef>
              <a:buClr>
                <a:schemeClr val="tx1">
                  <a:lumMod val="65000"/>
                  <a:lumOff val="35000"/>
                </a:schemeClr>
              </a:buClr>
              <a:buSzPct val="80000"/>
              <a:buFont typeface="Arial" pitchFamily="34" charset="0"/>
              <a:buNone/>
              <a:defRPr lang="en-US" sz="1800" kern="1200" dirty="0">
                <a:solidFill>
                  <a:schemeClr val="tx1">
                    <a:lumMod val="85000"/>
                    <a:lumOff val="15000"/>
                  </a:schemeClr>
                </a:solidFill>
                <a:latin typeface="+mn-lt"/>
                <a:ea typeface="+mn-lt"/>
                <a:cs typeface="+mn-lt"/>
              </a:defRPr>
            </a:lvl4pPr>
            <a:lvl5pPr marL="960120" indent="0" algn="l" defTabSz="914400" rtl="0" eaLnBrk="1" latinLnBrk="0" hangingPunct="1">
              <a:lnSpc>
                <a:spcPct val="110000"/>
              </a:lnSpc>
              <a:spcBef>
                <a:spcPts val="600"/>
              </a:spcBef>
              <a:buClr>
                <a:schemeClr val="tx1">
                  <a:lumMod val="65000"/>
                  <a:lumOff val="35000"/>
                </a:schemeClr>
              </a:buClr>
              <a:buSzPct val="80000"/>
              <a:buFont typeface="Arial" pitchFamily="34" charset="0"/>
              <a:buNone/>
              <a:defRPr sz="1800" kern="1200" dirty="0">
                <a:solidFill>
                  <a:schemeClr val="tx1">
                    <a:lumMod val="85000"/>
                    <a:lumOff val="15000"/>
                  </a:schemeClr>
                </a:solidFill>
                <a:latin typeface="+mn-lt"/>
                <a:ea typeface="+mn-lt"/>
                <a:cs typeface="+mn-lt"/>
              </a:defRPr>
            </a:lvl5pPr>
            <a:lvl6pPr marL="123444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6pPr>
            <a:lvl7pPr marL="137160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7pPr>
            <a:lvl8pPr marL="150876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8pPr>
            <a:lvl9pPr marL="164592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9pPr>
          </a:lstStyle>
          <a:p>
            <a:pPr marL="331470" indent="-285750">
              <a:buFont typeface="Arial" panose="020B0604020202020204" pitchFamily="34" charset="0"/>
              <a:buChar char="•"/>
            </a:pPr>
            <a:r>
              <a:rPr lang="en-US" sz="1400" dirty="0"/>
              <a:t>Step2: Compute Information Gain for each feature</a:t>
            </a:r>
          </a:p>
          <a:p>
            <a:pPr marL="651510" lvl="1" indent="-285750">
              <a:buFont typeface="Arial" panose="020B0604020202020204" pitchFamily="34" charset="0"/>
              <a:buChar char="•"/>
            </a:pPr>
            <a:r>
              <a:rPr lang="en-US" sz="1400" dirty="0"/>
              <a:t>Rainfall: 0.745</a:t>
            </a:r>
          </a:p>
          <a:p>
            <a:pPr marL="651510" lvl="1" indent="-285750">
              <a:buFont typeface="Arial" panose="020B0604020202020204" pitchFamily="34" charset="0"/>
              <a:buChar char="•"/>
            </a:pPr>
            <a:r>
              <a:rPr lang="en-US" sz="1400" dirty="0"/>
              <a:t>River Overflow: 0.306</a:t>
            </a:r>
          </a:p>
          <a:p>
            <a:pPr marL="651510" lvl="1" indent="-285750">
              <a:buFont typeface="Arial" panose="020B0604020202020204" pitchFamily="34" charset="0"/>
              <a:buChar char="•"/>
            </a:pPr>
            <a:r>
              <a:rPr lang="en-US" sz="1400" dirty="0"/>
              <a:t>Soil Condition: 0.126</a:t>
            </a:r>
          </a:p>
          <a:p>
            <a:pPr marL="651510" lvl="1" indent="-285750">
              <a:buFont typeface="Arial" panose="020B0604020202020204" pitchFamily="34" charset="0"/>
              <a:buChar char="•"/>
            </a:pPr>
            <a:r>
              <a:rPr lang="en-US" sz="1400" dirty="0"/>
              <a:t>Wind Intensity: 0.606</a:t>
            </a:r>
          </a:p>
        </p:txBody>
      </p:sp>
    </p:spTree>
    <p:extLst>
      <p:ext uri="{BB962C8B-B14F-4D97-AF65-F5344CB8AC3E}">
        <p14:creationId xmlns:p14="http://schemas.microsoft.com/office/powerpoint/2010/main" val="22293260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D0A9B1A-3FE7-5AD2-D6EE-BB5C80B728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557AFD-C9BB-AA61-B26C-CA7C9B8ED919}"/>
              </a:ext>
            </a:extLst>
          </p:cNvPr>
          <p:cNvSpPr>
            <a:spLocks noGrp="1"/>
          </p:cNvSpPr>
          <p:nvPr>
            <p:ph type="title"/>
          </p:nvPr>
        </p:nvSpPr>
        <p:spPr>
          <a:xfrm>
            <a:off x="1293812" y="609600"/>
            <a:ext cx="4800600" cy="947192"/>
          </a:xfrm>
        </p:spPr>
        <p:txBody>
          <a:bodyPr anchor="t">
            <a:normAutofit/>
          </a:bodyPr>
          <a:lstStyle/>
          <a:p>
            <a:r>
              <a:rPr lang="en-US" dirty="0"/>
              <a:t>Decision Tree</a:t>
            </a:r>
          </a:p>
        </p:txBody>
      </p:sp>
      <p:sp>
        <p:nvSpPr>
          <p:cNvPr id="14" name="Slide Number Placeholder 13">
            <a:extLst>
              <a:ext uri="{FF2B5EF4-FFF2-40B4-BE49-F238E27FC236}">
                <a16:creationId xmlns:a16="http://schemas.microsoft.com/office/drawing/2014/main" id="{2633597F-B8AF-E9B6-34B1-E06776538EB7}"/>
              </a:ext>
            </a:extLst>
          </p:cNvPr>
          <p:cNvSpPr>
            <a:spLocks noGrp="1"/>
          </p:cNvSpPr>
          <p:nvPr>
            <p:ph type="sldNum" sz="quarter" idx="12"/>
          </p:nvPr>
        </p:nvSpPr>
        <p:spPr>
          <a:xfrm>
            <a:off x="1" y="609600"/>
            <a:ext cx="760412" cy="381000"/>
          </a:xfrm>
        </p:spPr>
        <p:txBody>
          <a:bodyPr/>
          <a:lstStyle/>
          <a:p>
            <a:fld id="{AAEAE4A8-A6E5-453E-B946-FB774B73F48C}" type="slidenum">
              <a:rPr lang="en-US" smtClean="0"/>
              <a:pPr/>
              <a:t>12</a:t>
            </a:fld>
            <a:endParaRPr lang="en-US" dirty="0"/>
          </a:p>
        </p:txBody>
      </p:sp>
      <p:sp>
        <p:nvSpPr>
          <p:cNvPr id="3" name="Content Placeholder 2">
            <a:extLst>
              <a:ext uri="{FF2B5EF4-FFF2-40B4-BE49-F238E27FC236}">
                <a16:creationId xmlns:a16="http://schemas.microsoft.com/office/drawing/2014/main" id="{A47DADB9-5A36-62D7-14A1-EBEFA1F418BD}"/>
              </a:ext>
            </a:extLst>
          </p:cNvPr>
          <p:cNvSpPr>
            <a:spLocks noGrp="1"/>
          </p:cNvSpPr>
          <p:nvPr>
            <p:ph idx="1"/>
          </p:nvPr>
        </p:nvSpPr>
        <p:spPr>
          <a:xfrm>
            <a:off x="1305853" y="1268760"/>
            <a:ext cx="7272808" cy="947192"/>
          </a:xfrm>
        </p:spPr>
        <p:txBody>
          <a:bodyPr vert="horz" lIns="91440" tIns="45720" rIns="91440" bIns="45720" rtlCol="0" anchor="t">
            <a:noAutofit/>
          </a:bodyPr>
          <a:lstStyle/>
          <a:p>
            <a:pPr marL="331470" indent="-285750">
              <a:buFont typeface="Arial" panose="020B0604020202020204" pitchFamily="34" charset="0"/>
              <a:buChar char="•"/>
            </a:pPr>
            <a:r>
              <a:rPr lang="en-US" sz="1400" dirty="0"/>
              <a:t>Step 3: Split on the feature with the highest gain</a:t>
            </a:r>
          </a:p>
          <a:p>
            <a:pPr marL="651510" lvl="1" indent="-285750">
              <a:buFont typeface="Arial" panose="020B0604020202020204" pitchFamily="34" charset="0"/>
              <a:buChar char="•"/>
            </a:pPr>
            <a:r>
              <a:rPr lang="en-US" sz="1400" dirty="0">
                <a:latin typeface="+mj-lt"/>
                <a:ea typeface="Cambria Math" panose="02040503050406030204" pitchFamily="18" charset="0"/>
              </a:rPr>
              <a:t>Rainfall (Disaster) has the highest gain of 0.745. So, the root node of the decision tree is Rainfall.</a:t>
            </a:r>
            <a:endParaRPr lang="en-US" sz="1100" dirty="0">
              <a:latin typeface="+mj-lt"/>
              <a:ea typeface="Cambria Math" panose="02040503050406030204" pitchFamily="18" charset="0"/>
            </a:endParaRPr>
          </a:p>
        </p:txBody>
      </p:sp>
      <p:sp>
        <p:nvSpPr>
          <p:cNvPr id="7" name="Content Placeholder 2">
            <a:extLst>
              <a:ext uri="{FF2B5EF4-FFF2-40B4-BE49-F238E27FC236}">
                <a16:creationId xmlns:a16="http://schemas.microsoft.com/office/drawing/2014/main" id="{1439A9CC-B341-DC3B-7219-13F192BF603D}"/>
              </a:ext>
            </a:extLst>
          </p:cNvPr>
          <p:cNvSpPr txBox="1">
            <a:spLocks/>
          </p:cNvSpPr>
          <p:nvPr/>
        </p:nvSpPr>
        <p:spPr>
          <a:xfrm>
            <a:off x="1317894" y="2215952"/>
            <a:ext cx="7272808" cy="1850032"/>
          </a:xfrm>
          <a:prstGeom prst="rect">
            <a:avLst/>
          </a:prstGeom>
        </p:spPr>
        <p:txBody>
          <a:bodyPr vert="horz" lIns="91440" tIns="45720" rIns="91440" bIns="45720" rtlCol="0" anchor="t">
            <a:noAutofit/>
          </a:bodyPr>
          <a:lstStyle>
            <a:lvl1pPr marL="45720" indent="0" algn="l" defTabSz="914400" rtl="0" eaLnBrk="1" latinLnBrk="0" hangingPunct="1">
              <a:lnSpc>
                <a:spcPct val="110000"/>
              </a:lnSpc>
              <a:spcBef>
                <a:spcPts val="1800"/>
              </a:spcBef>
              <a:buClr>
                <a:schemeClr val="tx1">
                  <a:lumMod val="65000"/>
                  <a:lumOff val="35000"/>
                </a:schemeClr>
              </a:buClr>
              <a:buSzPct val="80000"/>
              <a:buFont typeface="Arial" pitchFamily="34" charset="0"/>
              <a:buNone/>
              <a:defRPr lang="en-US" sz="1800" kern="1200" dirty="0">
                <a:solidFill>
                  <a:schemeClr val="tx1">
                    <a:lumMod val="85000"/>
                    <a:lumOff val="15000"/>
                  </a:schemeClr>
                </a:solidFill>
                <a:latin typeface="+mn-lt"/>
                <a:ea typeface="+mn-lt"/>
                <a:cs typeface="+mn-lt"/>
              </a:defRPr>
            </a:lvl1pPr>
            <a:lvl2pPr marL="365760" indent="0" algn="l" defTabSz="914400" rtl="0" eaLnBrk="1" latinLnBrk="0" hangingPunct="1">
              <a:lnSpc>
                <a:spcPct val="110000"/>
              </a:lnSpc>
              <a:spcBef>
                <a:spcPts val="1000"/>
              </a:spcBef>
              <a:buClr>
                <a:schemeClr val="tx1">
                  <a:lumMod val="65000"/>
                  <a:lumOff val="35000"/>
                </a:schemeClr>
              </a:buClr>
              <a:buSzPct val="80000"/>
              <a:buFont typeface="Arial" panose="020B0604020202020204" pitchFamily="34" charset="0"/>
              <a:buNone/>
              <a:defRPr lang="en-US" sz="1800" kern="1200" dirty="0">
                <a:solidFill>
                  <a:schemeClr val="tx1">
                    <a:lumMod val="85000"/>
                    <a:lumOff val="15000"/>
                  </a:schemeClr>
                </a:solidFill>
                <a:latin typeface="+mn-lt"/>
                <a:ea typeface="+mn-lt"/>
                <a:cs typeface="+mn-lt"/>
              </a:defRPr>
            </a:lvl2pPr>
            <a:lvl3pPr marL="594360" indent="0" algn="l" defTabSz="914400" rtl="0" eaLnBrk="1" latinLnBrk="0" hangingPunct="1">
              <a:lnSpc>
                <a:spcPct val="110000"/>
              </a:lnSpc>
              <a:spcBef>
                <a:spcPts val="600"/>
              </a:spcBef>
              <a:buClr>
                <a:schemeClr val="tx1">
                  <a:lumMod val="65000"/>
                  <a:lumOff val="35000"/>
                </a:schemeClr>
              </a:buClr>
              <a:buSzPct val="80000"/>
              <a:buFont typeface="Arial" pitchFamily="34" charset="0"/>
              <a:buNone/>
              <a:defRPr lang="en-US" sz="1800" kern="1200" dirty="0">
                <a:solidFill>
                  <a:schemeClr val="tx1">
                    <a:lumMod val="85000"/>
                    <a:lumOff val="15000"/>
                  </a:schemeClr>
                </a:solidFill>
                <a:latin typeface="+mn-lt"/>
                <a:ea typeface="+mn-lt"/>
                <a:cs typeface="+mn-lt"/>
              </a:defRPr>
            </a:lvl3pPr>
            <a:lvl4pPr marL="777240" indent="0" algn="l" defTabSz="914400" rtl="0" eaLnBrk="1" latinLnBrk="0" hangingPunct="1">
              <a:lnSpc>
                <a:spcPct val="110000"/>
              </a:lnSpc>
              <a:spcBef>
                <a:spcPts val="600"/>
              </a:spcBef>
              <a:buClr>
                <a:schemeClr val="tx1">
                  <a:lumMod val="65000"/>
                  <a:lumOff val="35000"/>
                </a:schemeClr>
              </a:buClr>
              <a:buSzPct val="80000"/>
              <a:buFont typeface="Arial" pitchFamily="34" charset="0"/>
              <a:buNone/>
              <a:defRPr lang="en-US" sz="1800" kern="1200" dirty="0">
                <a:solidFill>
                  <a:schemeClr val="tx1">
                    <a:lumMod val="85000"/>
                    <a:lumOff val="15000"/>
                  </a:schemeClr>
                </a:solidFill>
                <a:latin typeface="+mn-lt"/>
                <a:ea typeface="+mn-lt"/>
                <a:cs typeface="+mn-lt"/>
              </a:defRPr>
            </a:lvl4pPr>
            <a:lvl5pPr marL="960120" indent="0" algn="l" defTabSz="914400" rtl="0" eaLnBrk="1" latinLnBrk="0" hangingPunct="1">
              <a:lnSpc>
                <a:spcPct val="110000"/>
              </a:lnSpc>
              <a:spcBef>
                <a:spcPts val="600"/>
              </a:spcBef>
              <a:buClr>
                <a:schemeClr val="tx1">
                  <a:lumMod val="65000"/>
                  <a:lumOff val="35000"/>
                </a:schemeClr>
              </a:buClr>
              <a:buSzPct val="80000"/>
              <a:buFont typeface="Arial" pitchFamily="34" charset="0"/>
              <a:buNone/>
              <a:defRPr sz="1800" kern="1200" dirty="0">
                <a:solidFill>
                  <a:schemeClr val="tx1">
                    <a:lumMod val="85000"/>
                    <a:lumOff val="15000"/>
                  </a:schemeClr>
                </a:solidFill>
                <a:latin typeface="+mn-lt"/>
                <a:ea typeface="+mn-lt"/>
                <a:cs typeface="+mn-lt"/>
              </a:defRPr>
            </a:lvl5pPr>
            <a:lvl6pPr marL="123444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6pPr>
            <a:lvl7pPr marL="137160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7pPr>
            <a:lvl8pPr marL="150876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8pPr>
            <a:lvl9pPr marL="164592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9pPr>
          </a:lstStyle>
          <a:p>
            <a:pPr marL="331470" indent="-285750">
              <a:buFont typeface="Arial" panose="020B0604020202020204" pitchFamily="34" charset="0"/>
              <a:buChar char="•"/>
            </a:pPr>
            <a:r>
              <a:rPr lang="en-US" sz="1400" dirty="0"/>
              <a:t>Step 4:Follow decision path</a:t>
            </a:r>
          </a:p>
          <a:p>
            <a:pPr marL="651510" lvl="1" indent="-285750">
              <a:buFont typeface="Arial" panose="020B0604020202020204" pitchFamily="34" charset="0"/>
              <a:buChar char="•"/>
            </a:pPr>
            <a:r>
              <a:rPr lang="en-US" sz="1400" dirty="0"/>
              <a:t>If Rainfall = Low → Low Severity</a:t>
            </a:r>
          </a:p>
          <a:p>
            <a:pPr marL="651510" lvl="1" indent="-285750">
              <a:buFont typeface="Arial" panose="020B0604020202020204" pitchFamily="34" charset="0"/>
              <a:buChar char="•"/>
            </a:pPr>
            <a:r>
              <a:rPr lang="en-US" sz="1400" dirty="0"/>
              <a:t>If Rainfall = Moderate → Moderate Severity</a:t>
            </a:r>
          </a:p>
          <a:p>
            <a:pPr marL="651510" lvl="1" indent="-285750">
              <a:buFont typeface="Arial" panose="020B0604020202020204" pitchFamily="34" charset="0"/>
              <a:buChar char="•"/>
            </a:pPr>
            <a:r>
              <a:rPr lang="en-US" sz="1400" dirty="0"/>
              <a:t>If Rainfall = Heavy → check River Overflow</a:t>
            </a:r>
          </a:p>
          <a:p>
            <a:pPr marL="651510" lvl="1" indent="-285750">
              <a:buFont typeface="Arial" panose="020B0604020202020204" pitchFamily="34" charset="0"/>
              <a:buChar char="•"/>
            </a:pPr>
            <a:r>
              <a:rPr lang="en-US" sz="1400" dirty="0"/>
              <a:t>If Rainfall = Very Heavy → Severe Severity</a:t>
            </a:r>
            <a:br>
              <a:rPr lang="en-US" sz="1400" dirty="0"/>
            </a:br>
            <a:endParaRPr lang="en-US" sz="1100" dirty="0"/>
          </a:p>
        </p:txBody>
      </p:sp>
      <p:sp>
        <p:nvSpPr>
          <p:cNvPr id="4" name="Content Placeholder 2">
            <a:extLst>
              <a:ext uri="{FF2B5EF4-FFF2-40B4-BE49-F238E27FC236}">
                <a16:creationId xmlns:a16="http://schemas.microsoft.com/office/drawing/2014/main" id="{1AA510D7-CDDD-79D3-D100-0CD01C8053CD}"/>
              </a:ext>
            </a:extLst>
          </p:cNvPr>
          <p:cNvSpPr txBox="1">
            <a:spLocks/>
          </p:cNvSpPr>
          <p:nvPr/>
        </p:nvSpPr>
        <p:spPr>
          <a:xfrm>
            <a:off x="1293812" y="4065984"/>
            <a:ext cx="7272808" cy="947192"/>
          </a:xfrm>
          <a:prstGeom prst="rect">
            <a:avLst/>
          </a:prstGeom>
        </p:spPr>
        <p:txBody>
          <a:bodyPr vert="horz" lIns="91440" tIns="45720" rIns="91440" bIns="45720" rtlCol="0" anchor="t">
            <a:noAutofit/>
          </a:bodyPr>
          <a:lstStyle>
            <a:lvl1pPr marL="45720" indent="0" algn="l" defTabSz="914400" rtl="0" eaLnBrk="1" latinLnBrk="0" hangingPunct="1">
              <a:lnSpc>
                <a:spcPct val="110000"/>
              </a:lnSpc>
              <a:spcBef>
                <a:spcPts val="1800"/>
              </a:spcBef>
              <a:buClr>
                <a:schemeClr val="tx1">
                  <a:lumMod val="65000"/>
                  <a:lumOff val="35000"/>
                </a:schemeClr>
              </a:buClr>
              <a:buSzPct val="80000"/>
              <a:buFont typeface="Arial" pitchFamily="34" charset="0"/>
              <a:buNone/>
              <a:defRPr lang="en-US" sz="1800" kern="1200" dirty="0">
                <a:solidFill>
                  <a:schemeClr val="tx1">
                    <a:lumMod val="85000"/>
                    <a:lumOff val="15000"/>
                  </a:schemeClr>
                </a:solidFill>
                <a:latin typeface="+mn-lt"/>
                <a:ea typeface="+mn-lt"/>
                <a:cs typeface="+mn-lt"/>
              </a:defRPr>
            </a:lvl1pPr>
            <a:lvl2pPr marL="365760" indent="0" algn="l" defTabSz="914400" rtl="0" eaLnBrk="1" latinLnBrk="0" hangingPunct="1">
              <a:lnSpc>
                <a:spcPct val="110000"/>
              </a:lnSpc>
              <a:spcBef>
                <a:spcPts val="1000"/>
              </a:spcBef>
              <a:buClr>
                <a:schemeClr val="tx1">
                  <a:lumMod val="65000"/>
                  <a:lumOff val="35000"/>
                </a:schemeClr>
              </a:buClr>
              <a:buSzPct val="80000"/>
              <a:buFont typeface="Arial" panose="020B0604020202020204" pitchFamily="34" charset="0"/>
              <a:buNone/>
              <a:defRPr lang="en-US" sz="1800" kern="1200" dirty="0">
                <a:solidFill>
                  <a:schemeClr val="tx1">
                    <a:lumMod val="85000"/>
                    <a:lumOff val="15000"/>
                  </a:schemeClr>
                </a:solidFill>
                <a:latin typeface="+mn-lt"/>
                <a:ea typeface="+mn-lt"/>
                <a:cs typeface="+mn-lt"/>
              </a:defRPr>
            </a:lvl2pPr>
            <a:lvl3pPr marL="594360" indent="0" algn="l" defTabSz="914400" rtl="0" eaLnBrk="1" latinLnBrk="0" hangingPunct="1">
              <a:lnSpc>
                <a:spcPct val="110000"/>
              </a:lnSpc>
              <a:spcBef>
                <a:spcPts val="600"/>
              </a:spcBef>
              <a:buClr>
                <a:schemeClr val="tx1">
                  <a:lumMod val="65000"/>
                  <a:lumOff val="35000"/>
                </a:schemeClr>
              </a:buClr>
              <a:buSzPct val="80000"/>
              <a:buFont typeface="Arial" pitchFamily="34" charset="0"/>
              <a:buNone/>
              <a:defRPr lang="en-US" sz="1800" kern="1200" dirty="0">
                <a:solidFill>
                  <a:schemeClr val="tx1">
                    <a:lumMod val="85000"/>
                    <a:lumOff val="15000"/>
                  </a:schemeClr>
                </a:solidFill>
                <a:latin typeface="+mn-lt"/>
                <a:ea typeface="+mn-lt"/>
                <a:cs typeface="+mn-lt"/>
              </a:defRPr>
            </a:lvl3pPr>
            <a:lvl4pPr marL="777240" indent="0" algn="l" defTabSz="914400" rtl="0" eaLnBrk="1" latinLnBrk="0" hangingPunct="1">
              <a:lnSpc>
                <a:spcPct val="110000"/>
              </a:lnSpc>
              <a:spcBef>
                <a:spcPts val="600"/>
              </a:spcBef>
              <a:buClr>
                <a:schemeClr val="tx1">
                  <a:lumMod val="65000"/>
                  <a:lumOff val="35000"/>
                </a:schemeClr>
              </a:buClr>
              <a:buSzPct val="80000"/>
              <a:buFont typeface="Arial" pitchFamily="34" charset="0"/>
              <a:buNone/>
              <a:defRPr lang="en-US" sz="1800" kern="1200" dirty="0">
                <a:solidFill>
                  <a:schemeClr val="tx1">
                    <a:lumMod val="85000"/>
                    <a:lumOff val="15000"/>
                  </a:schemeClr>
                </a:solidFill>
                <a:latin typeface="+mn-lt"/>
                <a:ea typeface="+mn-lt"/>
                <a:cs typeface="+mn-lt"/>
              </a:defRPr>
            </a:lvl4pPr>
            <a:lvl5pPr marL="960120" indent="0" algn="l" defTabSz="914400" rtl="0" eaLnBrk="1" latinLnBrk="0" hangingPunct="1">
              <a:lnSpc>
                <a:spcPct val="110000"/>
              </a:lnSpc>
              <a:spcBef>
                <a:spcPts val="600"/>
              </a:spcBef>
              <a:buClr>
                <a:schemeClr val="tx1">
                  <a:lumMod val="65000"/>
                  <a:lumOff val="35000"/>
                </a:schemeClr>
              </a:buClr>
              <a:buSzPct val="80000"/>
              <a:buFont typeface="Arial" pitchFamily="34" charset="0"/>
              <a:buNone/>
              <a:defRPr sz="1800" kern="1200" dirty="0">
                <a:solidFill>
                  <a:schemeClr val="tx1">
                    <a:lumMod val="85000"/>
                    <a:lumOff val="15000"/>
                  </a:schemeClr>
                </a:solidFill>
                <a:latin typeface="+mn-lt"/>
                <a:ea typeface="+mn-lt"/>
                <a:cs typeface="+mn-lt"/>
              </a:defRPr>
            </a:lvl5pPr>
            <a:lvl6pPr marL="123444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6pPr>
            <a:lvl7pPr marL="137160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7pPr>
            <a:lvl8pPr marL="150876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8pPr>
            <a:lvl9pPr marL="164592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9pPr>
          </a:lstStyle>
          <a:p>
            <a:pPr marL="331470" indent="-285750">
              <a:buFont typeface="Arial" panose="020B0604020202020204" pitchFamily="34" charset="0"/>
              <a:buChar char="•"/>
            </a:pPr>
            <a:r>
              <a:rPr lang="en-US" sz="1400" dirty="0"/>
              <a:t>After computing entropy and information gain, the results show that </a:t>
            </a:r>
            <a:r>
              <a:rPr lang="en-US" sz="1400" b="1" dirty="0"/>
              <a:t>Rainfall (IG = 0.745)</a:t>
            </a:r>
            <a:r>
              <a:rPr lang="en-US" sz="1400" dirty="0"/>
              <a:t> is the most influential feature.</a:t>
            </a:r>
            <a:endParaRPr lang="en-US" sz="1000" dirty="0">
              <a:latin typeface="+mj-lt"/>
              <a:ea typeface="Cambria Math" panose="02040503050406030204" pitchFamily="18" charset="0"/>
            </a:endParaRPr>
          </a:p>
        </p:txBody>
      </p:sp>
    </p:spTree>
    <p:extLst>
      <p:ext uri="{BB962C8B-B14F-4D97-AF65-F5344CB8AC3E}">
        <p14:creationId xmlns:p14="http://schemas.microsoft.com/office/powerpoint/2010/main" val="7183992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11CD667-476F-F794-61ED-18F6AD81B6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A8254E-A120-3FA2-D118-A8483DDF8D77}"/>
              </a:ext>
            </a:extLst>
          </p:cNvPr>
          <p:cNvSpPr>
            <a:spLocks noGrp="1"/>
          </p:cNvSpPr>
          <p:nvPr>
            <p:ph type="title"/>
          </p:nvPr>
        </p:nvSpPr>
        <p:spPr>
          <a:xfrm>
            <a:off x="1293812" y="609600"/>
            <a:ext cx="4800600" cy="947192"/>
          </a:xfrm>
        </p:spPr>
        <p:txBody>
          <a:bodyPr anchor="t">
            <a:normAutofit/>
          </a:bodyPr>
          <a:lstStyle/>
          <a:p>
            <a:r>
              <a:rPr lang="en-US" dirty="0"/>
              <a:t>Decision Tree</a:t>
            </a:r>
          </a:p>
        </p:txBody>
      </p:sp>
      <p:sp>
        <p:nvSpPr>
          <p:cNvPr id="14" name="Slide Number Placeholder 13">
            <a:extLst>
              <a:ext uri="{FF2B5EF4-FFF2-40B4-BE49-F238E27FC236}">
                <a16:creationId xmlns:a16="http://schemas.microsoft.com/office/drawing/2014/main" id="{339D47B8-7987-DD71-03D0-E197A221EDF8}"/>
              </a:ext>
            </a:extLst>
          </p:cNvPr>
          <p:cNvSpPr>
            <a:spLocks noGrp="1"/>
          </p:cNvSpPr>
          <p:nvPr>
            <p:ph type="sldNum" sz="quarter" idx="12"/>
          </p:nvPr>
        </p:nvSpPr>
        <p:spPr>
          <a:xfrm>
            <a:off x="1" y="609600"/>
            <a:ext cx="760412" cy="381000"/>
          </a:xfrm>
        </p:spPr>
        <p:txBody>
          <a:bodyPr/>
          <a:lstStyle/>
          <a:p>
            <a:fld id="{AAEAE4A8-A6E5-453E-B946-FB774B73F48C}" type="slidenum">
              <a:rPr lang="en-US" smtClean="0"/>
              <a:pPr/>
              <a:t>13</a:t>
            </a:fld>
            <a:endParaRPr lang="en-US" dirty="0"/>
          </a:p>
        </p:txBody>
      </p:sp>
      <p:sp>
        <p:nvSpPr>
          <p:cNvPr id="6" name="Content Placeholder 5">
            <a:extLst>
              <a:ext uri="{FF2B5EF4-FFF2-40B4-BE49-F238E27FC236}">
                <a16:creationId xmlns:a16="http://schemas.microsoft.com/office/drawing/2014/main" id="{640DFE49-C76F-73D3-DD55-8450671614A3}"/>
              </a:ext>
            </a:extLst>
          </p:cNvPr>
          <p:cNvSpPr>
            <a:spLocks noGrp="1"/>
          </p:cNvSpPr>
          <p:nvPr>
            <p:ph idx="1"/>
          </p:nvPr>
        </p:nvSpPr>
        <p:spPr>
          <a:xfrm>
            <a:off x="1293812" y="1340768"/>
            <a:ext cx="4572000" cy="576064"/>
          </a:xfrm>
        </p:spPr>
        <p:txBody>
          <a:bodyPr/>
          <a:lstStyle/>
          <a:p>
            <a:pPr marL="331470" indent="-285750">
              <a:buFont typeface="Arial" panose="020B0604020202020204" pitchFamily="34" charset="0"/>
              <a:buChar char="•"/>
            </a:pPr>
            <a:r>
              <a:rPr lang="en-US" dirty="0"/>
              <a:t>Decision Tree with 1000 datasets:</a:t>
            </a:r>
            <a:endParaRPr lang="en-PH" dirty="0"/>
          </a:p>
        </p:txBody>
      </p:sp>
      <p:pic>
        <p:nvPicPr>
          <p:cNvPr id="10246" name="Picture 6">
            <a:extLst>
              <a:ext uri="{FF2B5EF4-FFF2-40B4-BE49-F238E27FC236}">
                <a16:creationId xmlns:a16="http://schemas.microsoft.com/office/drawing/2014/main" id="{68159DF6-B20D-88C7-31E9-2F521A32D4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3932" y="2060848"/>
            <a:ext cx="7597580" cy="36405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038853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39BAFE1-8B76-AC7B-B139-B956D8FE7D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BAD8F2-A41E-C387-A6E5-E61CA7C489AB}"/>
              </a:ext>
            </a:extLst>
          </p:cNvPr>
          <p:cNvSpPr>
            <a:spLocks noGrp="1"/>
          </p:cNvSpPr>
          <p:nvPr>
            <p:ph type="title"/>
          </p:nvPr>
        </p:nvSpPr>
        <p:spPr>
          <a:xfrm>
            <a:off x="1293812" y="609600"/>
            <a:ext cx="8473008" cy="515144"/>
          </a:xfrm>
        </p:spPr>
        <p:txBody>
          <a:bodyPr anchor="t">
            <a:normAutofit/>
          </a:bodyPr>
          <a:lstStyle/>
          <a:p>
            <a:r>
              <a:rPr lang="en-US" dirty="0"/>
              <a:t>Implementation and Experimentation</a:t>
            </a:r>
          </a:p>
        </p:txBody>
      </p:sp>
      <p:sp>
        <p:nvSpPr>
          <p:cNvPr id="14" name="Slide Number Placeholder 13">
            <a:extLst>
              <a:ext uri="{FF2B5EF4-FFF2-40B4-BE49-F238E27FC236}">
                <a16:creationId xmlns:a16="http://schemas.microsoft.com/office/drawing/2014/main" id="{D6F898D4-3966-24B3-A77D-4EC922629A0D}"/>
              </a:ext>
            </a:extLst>
          </p:cNvPr>
          <p:cNvSpPr>
            <a:spLocks noGrp="1"/>
          </p:cNvSpPr>
          <p:nvPr>
            <p:ph type="sldNum" sz="quarter" idx="12"/>
          </p:nvPr>
        </p:nvSpPr>
        <p:spPr>
          <a:xfrm>
            <a:off x="1" y="609600"/>
            <a:ext cx="760412" cy="381000"/>
          </a:xfrm>
        </p:spPr>
        <p:txBody>
          <a:bodyPr/>
          <a:lstStyle/>
          <a:p>
            <a:fld id="{AAEAE4A8-A6E5-453E-B946-FB774B73F48C}" type="slidenum">
              <a:rPr lang="en-US" smtClean="0"/>
              <a:pPr/>
              <a:t>14</a:t>
            </a:fld>
            <a:endParaRPr lang="en-US" dirty="0"/>
          </a:p>
        </p:txBody>
      </p:sp>
      <p:sp>
        <p:nvSpPr>
          <p:cNvPr id="6" name="Content Placeholder 5">
            <a:extLst>
              <a:ext uri="{FF2B5EF4-FFF2-40B4-BE49-F238E27FC236}">
                <a16:creationId xmlns:a16="http://schemas.microsoft.com/office/drawing/2014/main" id="{96A50E36-3159-007B-891F-C8A4435E2E82}"/>
              </a:ext>
            </a:extLst>
          </p:cNvPr>
          <p:cNvSpPr>
            <a:spLocks noGrp="1"/>
          </p:cNvSpPr>
          <p:nvPr>
            <p:ph idx="1"/>
          </p:nvPr>
        </p:nvSpPr>
        <p:spPr>
          <a:xfrm>
            <a:off x="1293812" y="1340768"/>
            <a:ext cx="9265096" cy="3744416"/>
          </a:xfrm>
        </p:spPr>
        <p:txBody>
          <a:bodyPr>
            <a:normAutofit/>
          </a:bodyPr>
          <a:lstStyle/>
          <a:p>
            <a:r>
              <a:rPr lang="en-US" sz="1400" dirty="0"/>
              <a:t>1. Dataset Preparation </a:t>
            </a:r>
          </a:p>
          <a:p>
            <a:pPr marL="708660" lvl="1" indent="-342900">
              <a:buFont typeface="Arial" panose="020B0604020202020204" pitchFamily="34" charset="0"/>
              <a:buChar char="•"/>
            </a:pPr>
            <a:r>
              <a:rPr lang="en-US" sz="1400" dirty="0"/>
              <a:t>The dataset contained multiple disaster-related features such as rainfall intensity, water level, wind strength, soil condition, cloud density, humidity, and early warning system reception. Each categorical variable was systematically converted into numerical values (e.g., Heavy Rainfall = 4, Knee-level Water = 2, Strong Wind = 3).</a:t>
            </a:r>
          </a:p>
          <a:p>
            <a:r>
              <a:rPr lang="en-US" sz="1400" dirty="0"/>
              <a:t>2. Preprocessing </a:t>
            </a:r>
            <a:endParaRPr lang="en-PH" sz="1400" dirty="0"/>
          </a:p>
          <a:p>
            <a:pPr marL="708660" lvl="1" indent="-342900">
              <a:buFont typeface="Arial" panose="020B0604020202020204" pitchFamily="34" charset="0"/>
              <a:buChar char="•"/>
            </a:pPr>
            <a:r>
              <a:rPr lang="en-US" sz="1400" b="1" dirty="0"/>
              <a:t>Missing values handling:</a:t>
            </a:r>
            <a:r>
              <a:rPr lang="en-US" sz="1400" dirty="0"/>
              <a:t> Incomplete or inconsistent survey entries were handled by either imputing missing values using the </a:t>
            </a:r>
            <a:r>
              <a:rPr lang="en-US" sz="1400" b="1" dirty="0"/>
              <a:t>median</a:t>
            </a:r>
            <a:r>
              <a:rPr lang="en-US" sz="1400" dirty="0"/>
              <a:t> or removing records with invalid/inconsistent responses (depending on the nature of the missingness).</a:t>
            </a:r>
          </a:p>
          <a:p>
            <a:pPr marL="708660" lvl="1" indent="-342900">
              <a:buFont typeface="Arial" panose="020B0604020202020204" pitchFamily="34" charset="0"/>
              <a:buChar char="•"/>
            </a:pPr>
            <a:r>
              <a:rPr lang="en-US" sz="1400" b="1" dirty="0"/>
              <a:t>Feature scaling:</a:t>
            </a:r>
            <a:r>
              <a:rPr lang="en-US" sz="1400" dirty="0"/>
              <a:t> </a:t>
            </a:r>
            <a:r>
              <a:rPr lang="en-US" sz="1400" b="1" dirty="0"/>
              <a:t>Min–Max normalization</a:t>
            </a:r>
            <a:r>
              <a:rPr lang="en-US" sz="1400" dirty="0"/>
              <a:t> was applied </a:t>
            </a:r>
            <a:r>
              <a:rPr lang="en-US" sz="1400" b="1" dirty="0"/>
              <a:t>only for KNN</a:t>
            </a:r>
            <a:r>
              <a:rPr lang="en-US" sz="1400" dirty="0"/>
              <a:t> to rescale the continuous/numeric inputs between 0 and 1.</a:t>
            </a:r>
          </a:p>
          <a:p>
            <a:pPr marL="708660" lvl="1" indent="-342900">
              <a:buFont typeface="Arial" panose="020B0604020202020204" pitchFamily="34" charset="0"/>
              <a:buChar char="•"/>
            </a:pPr>
            <a:r>
              <a:rPr lang="en-US" sz="1400" b="1" dirty="0"/>
              <a:t>Train–test split:</a:t>
            </a:r>
            <a:r>
              <a:rPr lang="en-US" sz="1400" dirty="0"/>
              <a:t> The dataset was divided into </a:t>
            </a:r>
            <a:r>
              <a:rPr lang="en-US" sz="1400" b="1" dirty="0"/>
              <a:t>80% training data</a:t>
            </a:r>
            <a:r>
              <a:rPr lang="en-US" sz="1400" dirty="0"/>
              <a:t> and </a:t>
            </a:r>
            <a:r>
              <a:rPr lang="en-US" sz="1400" b="1" dirty="0"/>
              <a:t>20% testing data</a:t>
            </a:r>
            <a:r>
              <a:rPr lang="en-US" sz="1400" dirty="0"/>
              <a:t>.</a:t>
            </a:r>
          </a:p>
        </p:txBody>
      </p:sp>
      <p:sp>
        <p:nvSpPr>
          <p:cNvPr id="3" name="Content Placeholder 5">
            <a:extLst>
              <a:ext uri="{FF2B5EF4-FFF2-40B4-BE49-F238E27FC236}">
                <a16:creationId xmlns:a16="http://schemas.microsoft.com/office/drawing/2014/main" id="{34436807-8FAD-96A4-74BC-40A1D1CA6837}"/>
              </a:ext>
            </a:extLst>
          </p:cNvPr>
          <p:cNvSpPr txBox="1">
            <a:spLocks/>
          </p:cNvSpPr>
          <p:nvPr/>
        </p:nvSpPr>
        <p:spPr>
          <a:xfrm>
            <a:off x="1293812" y="5089213"/>
            <a:ext cx="9068638" cy="1666963"/>
          </a:xfrm>
          <a:prstGeom prst="rect">
            <a:avLst/>
          </a:prstGeom>
        </p:spPr>
        <p:txBody>
          <a:bodyPr vert="horz" lIns="91440" tIns="45720" rIns="91440" bIns="45720" rtlCol="0">
            <a:normAutofit fontScale="92500" lnSpcReduction="10000"/>
          </a:bodyPr>
          <a:lstStyle>
            <a:lvl1pPr marL="45720" indent="0" algn="l" defTabSz="914400" rtl="0" eaLnBrk="1" latinLnBrk="0" hangingPunct="1">
              <a:lnSpc>
                <a:spcPct val="110000"/>
              </a:lnSpc>
              <a:spcBef>
                <a:spcPts val="1800"/>
              </a:spcBef>
              <a:buClr>
                <a:schemeClr val="tx1">
                  <a:lumMod val="65000"/>
                  <a:lumOff val="35000"/>
                </a:schemeClr>
              </a:buClr>
              <a:buSzPct val="80000"/>
              <a:buFont typeface="Arial" pitchFamily="34" charset="0"/>
              <a:buNone/>
              <a:defRPr lang="en-US" sz="1800" kern="1200" dirty="0">
                <a:solidFill>
                  <a:schemeClr val="tx1">
                    <a:lumMod val="85000"/>
                    <a:lumOff val="15000"/>
                  </a:schemeClr>
                </a:solidFill>
                <a:latin typeface="+mn-lt"/>
                <a:ea typeface="+mn-lt"/>
                <a:cs typeface="+mn-lt"/>
              </a:defRPr>
            </a:lvl1pPr>
            <a:lvl2pPr marL="365760" indent="0" algn="l" defTabSz="914400" rtl="0" eaLnBrk="1" latinLnBrk="0" hangingPunct="1">
              <a:lnSpc>
                <a:spcPct val="110000"/>
              </a:lnSpc>
              <a:spcBef>
                <a:spcPts val="1000"/>
              </a:spcBef>
              <a:buClr>
                <a:schemeClr val="tx1">
                  <a:lumMod val="65000"/>
                  <a:lumOff val="35000"/>
                </a:schemeClr>
              </a:buClr>
              <a:buSzPct val="80000"/>
              <a:buFont typeface="Arial" panose="020B0604020202020204" pitchFamily="34" charset="0"/>
              <a:buNone/>
              <a:defRPr lang="en-US" sz="1800" kern="1200" dirty="0">
                <a:solidFill>
                  <a:schemeClr val="tx1">
                    <a:lumMod val="85000"/>
                    <a:lumOff val="15000"/>
                  </a:schemeClr>
                </a:solidFill>
                <a:latin typeface="+mn-lt"/>
                <a:ea typeface="+mn-lt"/>
                <a:cs typeface="+mn-lt"/>
              </a:defRPr>
            </a:lvl2pPr>
            <a:lvl3pPr marL="594360" indent="0" algn="l" defTabSz="914400" rtl="0" eaLnBrk="1" latinLnBrk="0" hangingPunct="1">
              <a:lnSpc>
                <a:spcPct val="110000"/>
              </a:lnSpc>
              <a:spcBef>
                <a:spcPts val="600"/>
              </a:spcBef>
              <a:buClr>
                <a:schemeClr val="tx1">
                  <a:lumMod val="65000"/>
                  <a:lumOff val="35000"/>
                </a:schemeClr>
              </a:buClr>
              <a:buSzPct val="80000"/>
              <a:buFont typeface="Arial" pitchFamily="34" charset="0"/>
              <a:buNone/>
              <a:defRPr lang="en-US" sz="1800" kern="1200" dirty="0">
                <a:solidFill>
                  <a:schemeClr val="tx1">
                    <a:lumMod val="85000"/>
                    <a:lumOff val="15000"/>
                  </a:schemeClr>
                </a:solidFill>
                <a:latin typeface="+mn-lt"/>
                <a:ea typeface="+mn-lt"/>
                <a:cs typeface="+mn-lt"/>
              </a:defRPr>
            </a:lvl3pPr>
            <a:lvl4pPr marL="777240" indent="0" algn="l" defTabSz="914400" rtl="0" eaLnBrk="1" latinLnBrk="0" hangingPunct="1">
              <a:lnSpc>
                <a:spcPct val="110000"/>
              </a:lnSpc>
              <a:spcBef>
                <a:spcPts val="600"/>
              </a:spcBef>
              <a:buClr>
                <a:schemeClr val="tx1">
                  <a:lumMod val="65000"/>
                  <a:lumOff val="35000"/>
                </a:schemeClr>
              </a:buClr>
              <a:buSzPct val="80000"/>
              <a:buFont typeface="Arial" pitchFamily="34" charset="0"/>
              <a:buNone/>
              <a:defRPr lang="en-US" sz="1800" kern="1200" dirty="0">
                <a:solidFill>
                  <a:schemeClr val="tx1">
                    <a:lumMod val="85000"/>
                    <a:lumOff val="15000"/>
                  </a:schemeClr>
                </a:solidFill>
                <a:latin typeface="+mn-lt"/>
                <a:ea typeface="+mn-lt"/>
                <a:cs typeface="+mn-lt"/>
              </a:defRPr>
            </a:lvl4pPr>
            <a:lvl5pPr marL="960120" indent="0" algn="l" defTabSz="914400" rtl="0" eaLnBrk="1" latinLnBrk="0" hangingPunct="1">
              <a:lnSpc>
                <a:spcPct val="110000"/>
              </a:lnSpc>
              <a:spcBef>
                <a:spcPts val="600"/>
              </a:spcBef>
              <a:buClr>
                <a:schemeClr val="tx1">
                  <a:lumMod val="65000"/>
                  <a:lumOff val="35000"/>
                </a:schemeClr>
              </a:buClr>
              <a:buSzPct val="80000"/>
              <a:buFont typeface="Arial" pitchFamily="34" charset="0"/>
              <a:buNone/>
              <a:defRPr sz="1800" kern="1200" dirty="0">
                <a:solidFill>
                  <a:schemeClr val="tx1">
                    <a:lumMod val="85000"/>
                    <a:lumOff val="15000"/>
                  </a:schemeClr>
                </a:solidFill>
                <a:latin typeface="+mn-lt"/>
                <a:ea typeface="+mn-lt"/>
                <a:cs typeface="+mn-lt"/>
              </a:defRPr>
            </a:lvl5pPr>
            <a:lvl6pPr marL="123444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6pPr>
            <a:lvl7pPr marL="137160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7pPr>
            <a:lvl8pPr marL="150876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8pPr>
            <a:lvl9pPr marL="164592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9pPr>
          </a:lstStyle>
          <a:p>
            <a:r>
              <a:rPr lang="en-US" sz="1400" dirty="0"/>
              <a:t>3. Model Training</a:t>
            </a:r>
          </a:p>
          <a:p>
            <a:pPr marL="708660" lvl="1" indent="-342900">
              <a:buFont typeface="Arial" panose="020B0604020202020204" pitchFamily="34" charset="0"/>
              <a:buChar char="•"/>
            </a:pPr>
            <a:r>
              <a:rPr lang="en-US" sz="1400" b="1" dirty="0"/>
              <a:t>Naïve Bayes:</a:t>
            </a:r>
            <a:r>
              <a:rPr lang="en-US" sz="1400" dirty="0"/>
              <a:t> Implemented as a probabilistic classifier using </a:t>
            </a:r>
            <a:r>
              <a:rPr lang="en-US" sz="1400" b="1" dirty="0"/>
              <a:t>Bayes’ Theorem</a:t>
            </a:r>
            <a:r>
              <a:rPr lang="en-US" sz="1400" dirty="0"/>
              <a:t>. Prior probabilities and likelihoods </a:t>
            </a:r>
            <a:r>
              <a:rPr lang="en-US" sz="1500" dirty="0"/>
              <a:t>were</a:t>
            </a:r>
            <a:r>
              <a:rPr lang="en-US" sz="1400" dirty="0"/>
              <a:t> computed from the training set to predict </a:t>
            </a:r>
            <a:r>
              <a:rPr lang="en-US" sz="1400" b="1" dirty="0"/>
              <a:t>Typhoon Warning (Yes/No)</a:t>
            </a:r>
            <a:r>
              <a:rPr lang="en-US" sz="1400" dirty="0"/>
              <a:t>.</a:t>
            </a:r>
          </a:p>
          <a:p>
            <a:pPr marL="708660" lvl="1" indent="-342900">
              <a:buFont typeface="Arial" panose="020B0604020202020204" pitchFamily="34" charset="0"/>
              <a:buChar char="•"/>
            </a:pPr>
            <a:r>
              <a:rPr lang="en-US" sz="1500" b="1" dirty="0"/>
              <a:t>KNN:</a:t>
            </a:r>
            <a:r>
              <a:rPr lang="en-US" sz="1500" dirty="0"/>
              <a:t> Implemented using </a:t>
            </a:r>
            <a:r>
              <a:rPr lang="en-US" sz="1500" b="1" dirty="0"/>
              <a:t>Euclidean distance</a:t>
            </a:r>
            <a:r>
              <a:rPr lang="en-US" sz="1500" dirty="0"/>
              <a:t> as the similarity measure. The model tested multiple values of kkk (</a:t>
            </a:r>
            <a:r>
              <a:rPr lang="en-US" sz="1500" b="1" dirty="0"/>
              <a:t>k = 3, 5, 7</a:t>
            </a:r>
            <a:r>
              <a:rPr lang="en-US" sz="1500" dirty="0"/>
              <a:t>) to analyze how neighborhood size affects prediction of </a:t>
            </a:r>
            <a:r>
              <a:rPr lang="en-US" sz="1500" b="1" dirty="0"/>
              <a:t>Flood Risk (Low/Medium/High)</a:t>
            </a:r>
            <a:r>
              <a:rPr lang="en-US" sz="1500" dirty="0"/>
              <a:t>.</a:t>
            </a:r>
            <a:endParaRPr lang="en-US" sz="900" dirty="0"/>
          </a:p>
        </p:txBody>
      </p:sp>
    </p:spTree>
    <p:extLst>
      <p:ext uri="{BB962C8B-B14F-4D97-AF65-F5344CB8AC3E}">
        <p14:creationId xmlns:p14="http://schemas.microsoft.com/office/powerpoint/2010/main" val="4501146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5535FD4-2563-3D19-D00C-246959106A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4F6168-0A1A-E0F7-EE31-30B41B1A9638}"/>
              </a:ext>
            </a:extLst>
          </p:cNvPr>
          <p:cNvSpPr>
            <a:spLocks noGrp="1"/>
          </p:cNvSpPr>
          <p:nvPr>
            <p:ph type="title"/>
          </p:nvPr>
        </p:nvSpPr>
        <p:spPr>
          <a:xfrm>
            <a:off x="1293812" y="609600"/>
            <a:ext cx="9068638" cy="504365"/>
          </a:xfrm>
        </p:spPr>
        <p:txBody>
          <a:bodyPr anchor="t">
            <a:normAutofit/>
          </a:bodyPr>
          <a:lstStyle/>
          <a:p>
            <a:r>
              <a:rPr lang="en-US" dirty="0"/>
              <a:t>Implementation and Experimentation</a:t>
            </a:r>
          </a:p>
        </p:txBody>
      </p:sp>
      <p:sp>
        <p:nvSpPr>
          <p:cNvPr id="14" name="Slide Number Placeholder 13">
            <a:extLst>
              <a:ext uri="{FF2B5EF4-FFF2-40B4-BE49-F238E27FC236}">
                <a16:creationId xmlns:a16="http://schemas.microsoft.com/office/drawing/2014/main" id="{89A45603-474F-EB3F-CAB3-B2FACC701494}"/>
              </a:ext>
            </a:extLst>
          </p:cNvPr>
          <p:cNvSpPr>
            <a:spLocks noGrp="1"/>
          </p:cNvSpPr>
          <p:nvPr>
            <p:ph type="sldNum" sz="quarter" idx="12"/>
          </p:nvPr>
        </p:nvSpPr>
        <p:spPr>
          <a:xfrm>
            <a:off x="1" y="609600"/>
            <a:ext cx="760412" cy="381000"/>
          </a:xfrm>
        </p:spPr>
        <p:txBody>
          <a:bodyPr/>
          <a:lstStyle/>
          <a:p>
            <a:fld id="{AAEAE4A8-A6E5-453E-B946-FB774B73F48C}" type="slidenum">
              <a:rPr lang="en-US" smtClean="0"/>
              <a:pPr/>
              <a:t>15</a:t>
            </a:fld>
            <a:endParaRPr lang="en-US" dirty="0"/>
          </a:p>
        </p:txBody>
      </p:sp>
      <p:sp>
        <p:nvSpPr>
          <p:cNvPr id="6" name="Content Placeholder 5">
            <a:extLst>
              <a:ext uri="{FF2B5EF4-FFF2-40B4-BE49-F238E27FC236}">
                <a16:creationId xmlns:a16="http://schemas.microsoft.com/office/drawing/2014/main" id="{E58D160A-DE92-2D15-0803-B9DDBC03250E}"/>
              </a:ext>
            </a:extLst>
          </p:cNvPr>
          <p:cNvSpPr>
            <a:spLocks noGrp="1"/>
          </p:cNvSpPr>
          <p:nvPr>
            <p:ph idx="1"/>
          </p:nvPr>
        </p:nvSpPr>
        <p:spPr>
          <a:xfrm>
            <a:off x="1293812" y="1340768"/>
            <a:ext cx="9265096" cy="1080120"/>
          </a:xfrm>
        </p:spPr>
        <p:txBody>
          <a:bodyPr>
            <a:normAutofit/>
          </a:bodyPr>
          <a:lstStyle/>
          <a:p>
            <a:pPr marL="708660" lvl="1" indent="-342900" fontAlgn="base">
              <a:buFont typeface="Arial" panose="020B0604020202020204" pitchFamily="34" charset="0"/>
              <a:buChar char="•"/>
            </a:pPr>
            <a:r>
              <a:rPr lang="en-US" sz="1400" b="1" dirty="0"/>
              <a:t>Decision Tree:</a:t>
            </a:r>
            <a:r>
              <a:rPr lang="en-US" sz="1400" dirty="0"/>
              <a:t> Constructed using </a:t>
            </a:r>
            <a:r>
              <a:rPr lang="en-US" sz="1400" b="1" dirty="0"/>
              <a:t>Information Gain (Entropy)</a:t>
            </a:r>
            <a:r>
              <a:rPr lang="en-US" sz="1400" dirty="0"/>
              <a:t> as the splitting criterion. The tree classified </a:t>
            </a:r>
            <a:r>
              <a:rPr lang="en-US" sz="1400" b="1" dirty="0"/>
              <a:t>Disaster Severity (Low/Moderate/Severe)</a:t>
            </a:r>
            <a:r>
              <a:rPr lang="en-US" sz="1400" dirty="0"/>
              <a:t> using the selected features: rainfall, river overflow, soil condition, and wind intensity. Scaling was not applied because the Decision Tree method relies on rule-based splits rather than distance metrics.</a:t>
            </a:r>
          </a:p>
        </p:txBody>
      </p:sp>
      <p:sp>
        <p:nvSpPr>
          <p:cNvPr id="3" name="Content Placeholder 5">
            <a:extLst>
              <a:ext uri="{FF2B5EF4-FFF2-40B4-BE49-F238E27FC236}">
                <a16:creationId xmlns:a16="http://schemas.microsoft.com/office/drawing/2014/main" id="{AF4BCF3A-E5CD-7C6E-C5A0-474F0668DA19}"/>
              </a:ext>
            </a:extLst>
          </p:cNvPr>
          <p:cNvSpPr txBox="1">
            <a:spLocks/>
          </p:cNvSpPr>
          <p:nvPr/>
        </p:nvSpPr>
        <p:spPr>
          <a:xfrm>
            <a:off x="1293812" y="2420888"/>
            <a:ext cx="9068638" cy="1666963"/>
          </a:xfrm>
          <a:prstGeom prst="rect">
            <a:avLst/>
          </a:prstGeom>
        </p:spPr>
        <p:txBody>
          <a:bodyPr vert="horz" lIns="91440" tIns="45720" rIns="91440" bIns="45720" rtlCol="0">
            <a:normAutofit/>
          </a:bodyPr>
          <a:lstStyle>
            <a:lvl1pPr marL="45720" indent="0" algn="l" defTabSz="914400" rtl="0" eaLnBrk="1" latinLnBrk="0" hangingPunct="1">
              <a:lnSpc>
                <a:spcPct val="110000"/>
              </a:lnSpc>
              <a:spcBef>
                <a:spcPts val="1800"/>
              </a:spcBef>
              <a:buClr>
                <a:schemeClr val="tx1">
                  <a:lumMod val="65000"/>
                  <a:lumOff val="35000"/>
                </a:schemeClr>
              </a:buClr>
              <a:buSzPct val="80000"/>
              <a:buFont typeface="Arial" pitchFamily="34" charset="0"/>
              <a:buNone/>
              <a:defRPr lang="en-US" sz="1800" kern="1200" dirty="0">
                <a:solidFill>
                  <a:schemeClr val="tx1">
                    <a:lumMod val="85000"/>
                    <a:lumOff val="15000"/>
                  </a:schemeClr>
                </a:solidFill>
                <a:latin typeface="+mn-lt"/>
                <a:ea typeface="+mn-lt"/>
                <a:cs typeface="+mn-lt"/>
              </a:defRPr>
            </a:lvl1pPr>
            <a:lvl2pPr marL="365760" indent="0" algn="l" defTabSz="914400" rtl="0" eaLnBrk="1" latinLnBrk="0" hangingPunct="1">
              <a:lnSpc>
                <a:spcPct val="110000"/>
              </a:lnSpc>
              <a:spcBef>
                <a:spcPts val="1000"/>
              </a:spcBef>
              <a:buClr>
                <a:schemeClr val="tx1">
                  <a:lumMod val="65000"/>
                  <a:lumOff val="35000"/>
                </a:schemeClr>
              </a:buClr>
              <a:buSzPct val="80000"/>
              <a:buFont typeface="Arial" panose="020B0604020202020204" pitchFamily="34" charset="0"/>
              <a:buNone/>
              <a:defRPr lang="en-US" sz="1800" kern="1200" dirty="0">
                <a:solidFill>
                  <a:schemeClr val="tx1">
                    <a:lumMod val="85000"/>
                    <a:lumOff val="15000"/>
                  </a:schemeClr>
                </a:solidFill>
                <a:latin typeface="+mn-lt"/>
                <a:ea typeface="+mn-lt"/>
                <a:cs typeface="+mn-lt"/>
              </a:defRPr>
            </a:lvl2pPr>
            <a:lvl3pPr marL="594360" indent="0" algn="l" defTabSz="914400" rtl="0" eaLnBrk="1" latinLnBrk="0" hangingPunct="1">
              <a:lnSpc>
                <a:spcPct val="110000"/>
              </a:lnSpc>
              <a:spcBef>
                <a:spcPts val="600"/>
              </a:spcBef>
              <a:buClr>
                <a:schemeClr val="tx1">
                  <a:lumMod val="65000"/>
                  <a:lumOff val="35000"/>
                </a:schemeClr>
              </a:buClr>
              <a:buSzPct val="80000"/>
              <a:buFont typeface="Arial" pitchFamily="34" charset="0"/>
              <a:buNone/>
              <a:defRPr lang="en-US" sz="1800" kern="1200" dirty="0">
                <a:solidFill>
                  <a:schemeClr val="tx1">
                    <a:lumMod val="85000"/>
                    <a:lumOff val="15000"/>
                  </a:schemeClr>
                </a:solidFill>
                <a:latin typeface="+mn-lt"/>
                <a:ea typeface="+mn-lt"/>
                <a:cs typeface="+mn-lt"/>
              </a:defRPr>
            </a:lvl3pPr>
            <a:lvl4pPr marL="777240" indent="0" algn="l" defTabSz="914400" rtl="0" eaLnBrk="1" latinLnBrk="0" hangingPunct="1">
              <a:lnSpc>
                <a:spcPct val="110000"/>
              </a:lnSpc>
              <a:spcBef>
                <a:spcPts val="600"/>
              </a:spcBef>
              <a:buClr>
                <a:schemeClr val="tx1">
                  <a:lumMod val="65000"/>
                  <a:lumOff val="35000"/>
                </a:schemeClr>
              </a:buClr>
              <a:buSzPct val="80000"/>
              <a:buFont typeface="Arial" pitchFamily="34" charset="0"/>
              <a:buNone/>
              <a:defRPr lang="en-US" sz="1800" kern="1200" dirty="0">
                <a:solidFill>
                  <a:schemeClr val="tx1">
                    <a:lumMod val="85000"/>
                    <a:lumOff val="15000"/>
                  </a:schemeClr>
                </a:solidFill>
                <a:latin typeface="+mn-lt"/>
                <a:ea typeface="+mn-lt"/>
                <a:cs typeface="+mn-lt"/>
              </a:defRPr>
            </a:lvl4pPr>
            <a:lvl5pPr marL="960120" indent="0" algn="l" defTabSz="914400" rtl="0" eaLnBrk="1" latinLnBrk="0" hangingPunct="1">
              <a:lnSpc>
                <a:spcPct val="110000"/>
              </a:lnSpc>
              <a:spcBef>
                <a:spcPts val="600"/>
              </a:spcBef>
              <a:buClr>
                <a:schemeClr val="tx1">
                  <a:lumMod val="65000"/>
                  <a:lumOff val="35000"/>
                </a:schemeClr>
              </a:buClr>
              <a:buSzPct val="80000"/>
              <a:buFont typeface="Arial" pitchFamily="34" charset="0"/>
              <a:buNone/>
              <a:defRPr sz="1800" kern="1200" dirty="0">
                <a:solidFill>
                  <a:schemeClr val="tx1">
                    <a:lumMod val="85000"/>
                    <a:lumOff val="15000"/>
                  </a:schemeClr>
                </a:solidFill>
                <a:latin typeface="+mn-lt"/>
                <a:ea typeface="+mn-lt"/>
                <a:cs typeface="+mn-lt"/>
              </a:defRPr>
            </a:lvl5pPr>
            <a:lvl6pPr marL="123444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6pPr>
            <a:lvl7pPr marL="137160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7pPr>
            <a:lvl8pPr marL="150876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8pPr>
            <a:lvl9pPr marL="164592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9pPr>
          </a:lstStyle>
          <a:p>
            <a:pPr lvl="1"/>
            <a:endParaRPr lang="en-US" sz="900" dirty="0"/>
          </a:p>
        </p:txBody>
      </p:sp>
      <p:sp>
        <p:nvSpPr>
          <p:cNvPr id="7" name="Content Placeholder 5">
            <a:extLst>
              <a:ext uri="{FF2B5EF4-FFF2-40B4-BE49-F238E27FC236}">
                <a16:creationId xmlns:a16="http://schemas.microsoft.com/office/drawing/2014/main" id="{5515B311-AA59-E0CC-BBD3-25C5C9C6D3BC}"/>
              </a:ext>
            </a:extLst>
          </p:cNvPr>
          <p:cNvSpPr txBox="1">
            <a:spLocks/>
          </p:cNvSpPr>
          <p:nvPr/>
        </p:nvSpPr>
        <p:spPr>
          <a:xfrm>
            <a:off x="1293812" y="2420888"/>
            <a:ext cx="9265096" cy="1440160"/>
          </a:xfrm>
          <a:prstGeom prst="rect">
            <a:avLst/>
          </a:prstGeom>
        </p:spPr>
        <p:txBody>
          <a:bodyPr vert="horz" lIns="91440" tIns="45720" rIns="91440" bIns="45720" rtlCol="0">
            <a:normAutofit/>
          </a:bodyPr>
          <a:lstStyle>
            <a:lvl1pPr marL="45720" indent="0" algn="l" defTabSz="914400" rtl="0" eaLnBrk="1" latinLnBrk="0" hangingPunct="1">
              <a:lnSpc>
                <a:spcPct val="110000"/>
              </a:lnSpc>
              <a:spcBef>
                <a:spcPts val="1800"/>
              </a:spcBef>
              <a:buClr>
                <a:schemeClr val="tx1">
                  <a:lumMod val="65000"/>
                  <a:lumOff val="35000"/>
                </a:schemeClr>
              </a:buClr>
              <a:buSzPct val="80000"/>
              <a:buFont typeface="Arial" pitchFamily="34" charset="0"/>
              <a:buNone/>
              <a:defRPr lang="en-US" sz="1800" kern="1200" dirty="0">
                <a:solidFill>
                  <a:schemeClr val="tx1">
                    <a:lumMod val="85000"/>
                    <a:lumOff val="15000"/>
                  </a:schemeClr>
                </a:solidFill>
                <a:latin typeface="+mn-lt"/>
                <a:ea typeface="+mn-lt"/>
                <a:cs typeface="+mn-lt"/>
              </a:defRPr>
            </a:lvl1pPr>
            <a:lvl2pPr marL="365760" indent="0" algn="l" defTabSz="914400" rtl="0" eaLnBrk="1" latinLnBrk="0" hangingPunct="1">
              <a:lnSpc>
                <a:spcPct val="110000"/>
              </a:lnSpc>
              <a:spcBef>
                <a:spcPts val="1000"/>
              </a:spcBef>
              <a:buClr>
                <a:schemeClr val="tx1">
                  <a:lumMod val="65000"/>
                  <a:lumOff val="35000"/>
                </a:schemeClr>
              </a:buClr>
              <a:buSzPct val="80000"/>
              <a:buFont typeface="Arial" panose="020B0604020202020204" pitchFamily="34" charset="0"/>
              <a:buNone/>
              <a:defRPr lang="en-US" sz="1800" kern="1200" dirty="0">
                <a:solidFill>
                  <a:schemeClr val="tx1">
                    <a:lumMod val="85000"/>
                    <a:lumOff val="15000"/>
                  </a:schemeClr>
                </a:solidFill>
                <a:latin typeface="+mn-lt"/>
                <a:ea typeface="+mn-lt"/>
                <a:cs typeface="+mn-lt"/>
              </a:defRPr>
            </a:lvl2pPr>
            <a:lvl3pPr marL="594360" indent="0" algn="l" defTabSz="914400" rtl="0" eaLnBrk="1" latinLnBrk="0" hangingPunct="1">
              <a:lnSpc>
                <a:spcPct val="110000"/>
              </a:lnSpc>
              <a:spcBef>
                <a:spcPts val="600"/>
              </a:spcBef>
              <a:buClr>
                <a:schemeClr val="tx1">
                  <a:lumMod val="65000"/>
                  <a:lumOff val="35000"/>
                </a:schemeClr>
              </a:buClr>
              <a:buSzPct val="80000"/>
              <a:buFont typeface="Arial" pitchFamily="34" charset="0"/>
              <a:buNone/>
              <a:defRPr lang="en-US" sz="1800" kern="1200" dirty="0">
                <a:solidFill>
                  <a:schemeClr val="tx1">
                    <a:lumMod val="85000"/>
                    <a:lumOff val="15000"/>
                  </a:schemeClr>
                </a:solidFill>
                <a:latin typeface="+mn-lt"/>
                <a:ea typeface="+mn-lt"/>
                <a:cs typeface="+mn-lt"/>
              </a:defRPr>
            </a:lvl3pPr>
            <a:lvl4pPr marL="777240" indent="0" algn="l" defTabSz="914400" rtl="0" eaLnBrk="1" latinLnBrk="0" hangingPunct="1">
              <a:lnSpc>
                <a:spcPct val="110000"/>
              </a:lnSpc>
              <a:spcBef>
                <a:spcPts val="600"/>
              </a:spcBef>
              <a:buClr>
                <a:schemeClr val="tx1">
                  <a:lumMod val="65000"/>
                  <a:lumOff val="35000"/>
                </a:schemeClr>
              </a:buClr>
              <a:buSzPct val="80000"/>
              <a:buFont typeface="Arial" pitchFamily="34" charset="0"/>
              <a:buNone/>
              <a:defRPr lang="en-US" sz="1800" kern="1200" dirty="0">
                <a:solidFill>
                  <a:schemeClr val="tx1">
                    <a:lumMod val="85000"/>
                    <a:lumOff val="15000"/>
                  </a:schemeClr>
                </a:solidFill>
                <a:latin typeface="+mn-lt"/>
                <a:ea typeface="+mn-lt"/>
                <a:cs typeface="+mn-lt"/>
              </a:defRPr>
            </a:lvl4pPr>
            <a:lvl5pPr marL="960120" indent="0" algn="l" defTabSz="914400" rtl="0" eaLnBrk="1" latinLnBrk="0" hangingPunct="1">
              <a:lnSpc>
                <a:spcPct val="110000"/>
              </a:lnSpc>
              <a:spcBef>
                <a:spcPts val="600"/>
              </a:spcBef>
              <a:buClr>
                <a:schemeClr val="tx1">
                  <a:lumMod val="65000"/>
                  <a:lumOff val="35000"/>
                </a:schemeClr>
              </a:buClr>
              <a:buSzPct val="80000"/>
              <a:buFont typeface="Arial" pitchFamily="34" charset="0"/>
              <a:buNone/>
              <a:defRPr sz="1800" kern="1200" dirty="0">
                <a:solidFill>
                  <a:schemeClr val="tx1">
                    <a:lumMod val="85000"/>
                    <a:lumOff val="15000"/>
                  </a:schemeClr>
                </a:solidFill>
                <a:latin typeface="+mn-lt"/>
                <a:ea typeface="+mn-lt"/>
                <a:cs typeface="+mn-lt"/>
              </a:defRPr>
            </a:lvl5pPr>
            <a:lvl6pPr marL="123444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6pPr>
            <a:lvl7pPr marL="137160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7pPr>
            <a:lvl8pPr marL="150876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8pPr>
            <a:lvl9pPr marL="164592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9pPr>
          </a:lstStyle>
          <a:p>
            <a:r>
              <a:rPr lang="en-US" sz="1400" dirty="0"/>
              <a:t>4. Dataset Preparation </a:t>
            </a:r>
          </a:p>
          <a:p>
            <a:pPr marL="651510" lvl="1" indent="-285750" fontAlgn="base">
              <a:buFont typeface="Arial" panose="020B0604020202020204" pitchFamily="34" charset="0"/>
              <a:buChar char="•"/>
            </a:pPr>
            <a:r>
              <a:rPr lang="en-US" sz="1400" b="1" dirty="0"/>
              <a:t>Naïve Bayes</a:t>
            </a:r>
            <a:r>
              <a:rPr lang="en-US" sz="1400" dirty="0"/>
              <a:t> predicted </a:t>
            </a:r>
            <a:r>
              <a:rPr lang="en-US" sz="1400" b="1" dirty="0"/>
              <a:t>Typhoon Warning = Yes/No</a:t>
            </a:r>
            <a:endParaRPr lang="en-US" sz="1400" dirty="0"/>
          </a:p>
          <a:p>
            <a:pPr marL="651510" lvl="1" indent="-285750" fontAlgn="base">
              <a:buFont typeface="Arial" panose="020B0604020202020204" pitchFamily="34" charset="0"/>
              <a:buChar char="•"/>
            </a:pPr>
            <a:r>
              <a:rPr lang="en-US" sz="1400" b="1" dirty="0"/>
              <a:t>KNN</a:t>
            </a:r>
            <a:r>
              <a:rPr lang="en-US" sz="1400" dirty="0"/>
              <a:t> predicted </a:t>
            </a:r>
            <a:r>
              <a:rPr lang="en-US" sz="1400" b="1" dirty="0"/>
              <a:t>Flood Risk = Low/Medium/High</a:t>
            </a:r>
            <a:endParaRPr lang="en-US" sz="1400" dirty="0"/>
          </a:p>
          <a:p>
            <a:pPr marL="651510" lvl="1" indent="-285750" fontAlgn="base">
              <a:buFont typeface="Arial" panose="020B0604020202020204" pitchFamily="34" charset="0"/>
              <a:buChar char="•"/>
            </a:pPr>
            <a:r>
              <a:rPr lang="en-US" sz="1400" b="1" dirty="0"/>
              <a:t>Decision Tree</a:t>
            </a:r>
            <a:r>
              <a:rPr lang="en-US" sz="1400" dirty="0"/>
              <a:t> predicted </a:t>
            </a:r>
            <a:r>
              <a:rPr lang="en-US" sz="1400" b="1" dirty="0"/>
              <a:t>Disaster Severity = Low/Moderate/Severe</a:t>
            </a:r>
          </a:p>
        </p:txBody>
      </p:sp>
      <p:sp>
        <p:nvSpPr>
          <p:cNvPr id="8" name="Content Placeholder 5">
            <a:extLst>
              <a:ext uri="{FF2B5EF4-FFF2-40B4-BE49-F238E27FC236}">
                <a16:creationId xmlns:a16="http://schemas.microsoft.com/office/drawing/2014/main" id="{1EB38918-9F37-0956-5388-F1E5CBFE952C}"/>
              </a:ext>
            </a:extLst>
          </p:cNvPr>
          <p:cNvSpPr txBox="1">
            <a:spLocks/>
          </p:cNvSpPr>
          <p:nvPr/>
        </p:nvSpPr>
        <p:spPr>
          <a:xfrm>
            <a:off x="1275603" y="3861048"/>
            <a:ext cx="9265096" cy="2448272"/>
          </a:xfrm>
          <a:prstGeom prst="rect">
            <a:avLst/>
          </a:prstGeom>
        </p:spPr>
        <p:txBody>
          <a:bodyPr vert="horz" lIns="91440" tIns="45720" rIns="91440" bIns="45720" rtlCol="0">
            <a:normAutofit fontScale="70000" lnSpcReduction="20000"/>
          </a:bodyPr>
          <a:lstStyle>
            <a:lvl1pPr marL="45720" indent="0" algn="l" defTabSz="914400" rtl="0" eaLnBrk="1" latinLnBrk="0" hangingPunct="1">
              <a:lnSpc>
                <a:spcPct val="110000"/>
              </a:lnSpc>
              <a:spcBef>
                <a:spcPts val="1800"/>
              </a:spcBef>
              <a:buClr>
                <a:schemeClr val="tx1">
                  <a:lumMod val="65000"/>
                  <a:lumOff val="35000"/>
                </a:schemeClr>
              </a:buClr>
              <a:buSzPct val="80000"/>
              <a:buFont typeface="Arial" pitchFamily="34" charset="0"/>
              <a:buNone/>
              <a:defRPr lang="en-US" sz="1800" kern="1200" dirty="0">
                <a:solidFill>
                  <a:schemeClr val="tx1">
                    <a:lumMod val="85000"/>
                    <a:lumOff val="15000"/>
                  </a:schemeClr>
                </a:solidFill>
                <a:latin typeface="+mn-lt"/>
                <a:ea typeface="+mn-lt"/>
                <a:cs typeface="+mn-lt"/>
              </a:defRPr>
            </a:lvl1pPr>
            <a:lvl2pPr marL="365760" indent="0" algn="l" defTabSz="914400" rtl="0" eaLnBrk="1" latinLnBrk="0" hangingPunct="1">
              <a:lnSpc>
                <a:spcPct val="110000"/>
              </a:lnSpc>
              <a:spcBef>
                <a:spcPts val="1000"/>
              </a:spcBef>
              <a:buClr>
                <a:schemeClr val="tx1">
                  <a:lumMod val="65000"/>
                  <a:lumOff val="35000"/>
                </a:schemeClr>
              </a:buClr>
              <a:buSzPct val="80000"/>
              <a:buFont typeface="Arial" panose="020B0604020202020204" pitchFamily="34" charset="0"/>
              <a:buNone/>
              <a:defRPr lang="en-US" sz="1800" kern="1200" dirty="0">
                <a:solidFill>
                  <a:schemeClr val="tx1">
                    <a:lumMod val="85000"/>
                    <a:lumOff val="15000"/>
                  </a:schemeClr>
                </a:solidFill>
                <a:latin typeface="+mn-lt"/>
                <a:ea typeface="+mn-lt"/>
                <a:cs typeface="+mn-lt"/>
              </a:defRPr>
            </a:lvl2pPr>
            <a:lvl3pPr marL="594360" indent="0" algn="l" defTabSz="914400" rtl="0" eaLnBrk="1" latinLnBrk="0" hangingPunct="1">
              <a:lnSpc>
                <a:spcPct val="110000"/>
              </a:lnSpc>
              <a:spcBef>
                <a:spcPts val="600"/>
              </a:spcBef>
              <a:buClr>
                <a:schemeClr val="tx1">
                  <a:lumMod val="65000"/>
                  <a:lumOff val="35000"/>
                </a:schemeClr>
              </a:buClr>
              <a:buSzPct val="80000"/>
              <a:buFont typeface="Arial" pitchFamily="34" charset="0"/>
              <a:buNone/>
              <a:defRPr lang="en-US" sz="1800" kern="1200" dirty="0">
                <a:solidFill>
                  <a:schemeClr val="tx1">
                    <a:lumMod val="85000"/>
                    <a:lumOff val="15000"/>
                  </a:schemeClr>
                </a:solidFill>
                <a:latin typeface="+mn-lt"/>
                <a:ea typeface="+mn-lt"/>
                <a:cs typeface="+mn-lt"/>
              </a:defRPr>
            </a:lvl3pPr>
            <a:lvl4pPr marL="777240" indent="0" algn="l" defTabSz="914400" rtl="0" eaLnBrk="1" latinLnBrk="0" hangingPunct="1">
              <a:lnSpc>
                <a:spcPct val="110000"/>
              </a:lnSpc>
              <a:spcBef>
                <a:spcPts val="600"/>
              </a:spcBef>
              <a:buClr>
                <a:schemeClr val="tx1">
                  <a:lumMod val="65000"/>
                  <a:lumOff val="35000"/>
                </a:schemeClr>
              </a:buClr>
              <a:buSzPct val="80000"/>
              <a:buFont typeface="Arial" pitchFamily="34" charset="0"/>
              <a:buNone/>
              <a:defRPr lang="en-US" sz="1800" kern="1200" dirty="0">
                <a:solidFill>
                  <a:schemeClr val="tx1">
                    <a:lumMod val="85000"/>
                    <a:lumOff val="15000"/>
                  </a:schemeClr>
                </a:solidFill>
                <a:latin typeface="+mn-lt"/>
                <a:ea typeface="+mn-lt"/>
                <a:cs typeface="+mn-lt"/>
              </a:defRPr>
            </a:lvl4pPr>
            <a:lvl5pPr marL="960120" indent="0" algn="l" defTabSz="914400" rtl="0" eaLnBrk="1" latinLnBrk="0" hangingPunct="1">
              <a:lnSpc>
                <a:spcPct val="110000"/>
              </a:lnSpc>
              <a:spcBef>
                <a:spcPts val="600"/>
              </a:spcBef>
              <a:buClr>
                <a:schemeClr val="tx1">
                  <a:lumMod val="65000"/>
                  <a:lumOff val="35000"/>
                </a:schemeClr>
              </a:buClr>
              <a:buSzPct val="80000"/>
              <a:buFont typeface="Arial" pitchFamily="34" charset="0"/>
              <a:buNone/>
              <a:defRPr sz="1800" kern="1200" dirty="0">
                <a:solidFill>
                  <a:schemeClr val="tx1">
                    <a:lumMod val="85000"/>
                    <a:lumOff val="15000"/>
                  </a:schemeClr>
                </a:solidFill>
                <a:latin typeface="+mn-lt"/>
                <a:ea typeface="+mn-lt"/>
                <a:cs typeface="+mn-lt"/>
              </a:defRPr>
            </a:lvl5pPr>
            <a:lvl6pPr marL="123444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6pPr>
            <a:lvl7pPr marL="137160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7pPr>
            <a:lvl8pPr marL="150876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8pPr>
            <a:lvl9pPr marL="164592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9pPr>
          </a:lstStyle>
          <a:p>
            <a:r>
              <a:rPr lang="en-US" sz="2200" dirty="0"/>
              <a:t>5. </a:t>
            </a:r>
            <a:r>
              <a:rPr lang="en-US" sz="2000" dirty="0"/>
              <a:t>Evaluation</a:t>
            </a:r>
            <a:endParaRPr lang="en-US" sz="2200" dirty="0"/>
          </a:p>
          <a:p>
            <a:pPr marL="708660" lvl="1" indent="-342900" fontAlgn="base">
              <a:buFont typeface="Arial" panose="020B0604020202020204" pitchFamily="34" charset="0"/>
              <a:buChar char="•"/>
            </a:pPr>
            <a:r>
              <a:rPr lang="en-US" sz="2000" b="1" dirty="0"/>
              <a:t>Naïve Bayes</a:t>
            </a:r>
            <a:r>
              <a:rPr lang="en-US" sz="2000" dirty="0"/>
              <a:t> → Achieved </a:t>
            </a:r>
            <a:r>
              <a:rPr lang="en-US" sz="2000" b="1" dirty="0"/>
              <a:t>59.0% accuracy</a:t>
            </a:r>
            <a:r>
              <a:rPr lang="en-US" sz="2000" dirty="0"/>
              <a:t> in predicting </a:t>
            </a:r>
            <a:r>
              <a:rPr lang="en-US" sz="2000" i="1" dirty="0"/>
              <a:t>Typhoon Warning</a:t>
            </a:r>
            <a:r>
              <a:rPr lang="en-US" sz="2000" dirty="0"/>
              <a:t>.</a:t>
            </a:r>
          </a:p>
          <a:p>
            <a:pPr marL="708660" lvl="1" indent="-342900" fontAlgn="base">
              <a:buFont typeface="Arial" panose="020B0604020202020204" pitchFamily="34" charset="0"/>
              <a:buChar char="•"/>
            </a:pPr>
            <a:r>
              <a:rPr lang="en-US" sz="2000" b="1" dirty="0"/>
              <a:t>KNN</a:t>
            </a:r>
            <a:r>
              <a:rPr lang="en-US" sz="2000" dirty="0"/>
              <a:t> → Accuracy varied depending on the value of </a:t>
            </a:r>
            <a:r>
              <a:rPr lang="en-US" sz="2000" i="1" dirty="0"/>
              <a:t>k</a:t>
            </a:r>
            <a:r>
              <a:rPr lang="en-US" sz="2000" dirty="0"/>
              <a:t>:</a:t>
            </a:r>
          </a:p>
          <a:p>
            <a:pPr marL="937260" lvl="2" indent="-342900" fontAlgn="base">
              <a:buFont typeface="Arial" panose="020B0604020202020204" pitchFamily="34" charset="0"/>
              <a:buChar char="•"/>
            </a:pPr>
            <a:r>
              <a:rPr lang="en-US" sz="2000" dirty="0"/>
              <a:t>k = 3 → </a:t>
            </a:r>
            <a:r>
              <a:rPr lang="en-US" sz="2000" b="1" dirty="0"/>
              <a:t>49.0%</a:t>
            </a:r>
            <a:endParaRPr lang="en-US" sz="2000" dirty="0"/>
          </a:p>
          <a:p>
            <a:pPr marL="937260" lvl="2" indent="-342900" fontAlgn="base">
              <a:buFont typeface="Arial" panose="020B0604020202020204" pitchFamily="34" charset="0"/>
              <a:buChar char="•"/>
            </a:pPr>
            <a:r>
              <a:rPr lang="en-US" sz="2000" dirty="0"/>
              <a:t>k = 5 → </a:t>
            </a:r>
            <a:r>
              <a:rPr lang="en-US" sz="2000" b="1" dirty="0"/>
              <a:t>49.0%</a:t>
            </a:r>
            <a:endParaRPr lang="en-US" sz="2000" dirty="0"/>
          </a:p>
          <a:p>
            <a:pPr marL="937260" lvl="2" indent="-342900" fontAlgn="base">
              <a:buFont typeface="Arial" panose="020B0604020202020204" pitchFamily="34" charset="0"/>
              <a:buChar char="•"/>
            </a:pPr>
            <a:r>
              <a:rPr lang="en-US" sz="2000" dirty="0"/>
              <a:t>k = 7 → </a:t>
            </a:r>
            <a:r>
              <a:rPr lang="en-US" sz="2000" b="1" dirty="0"/>
              <a:t>52.33%</a:t>
            </a:r>
            <a:r>
              <a:rPr lang="en-US" sz="2000" dirty="0"/>
              <a:t>  </a:t>
            </a:r>
          </a:p>
          <a:p>
            <a:pPr marL="708660" lvl="1" indent="-342900" fontAlgn="base">
              <a:buFont typeface="Arial" panose="020B0604020202020204" pitchFamily="34" charset="0"/>
              <a:buChar char="•"/>
            </a:pPr>
            <a:r>
              <a:rPr lang="en-US" sz="2000" dirty="0"/>
              <a:t>The best performance was observed at </a:t>
            </a:r>
            <a:r>
              <a:rPr lang="en-US" sz="2000" b="1" dirty="0"/>
              <a:t>k = 7</a:t>
            </a:r>
            <a:r>
              <a:rPr lang="en-US" sz="2000" dirty="0"/>
              <a:t>, which was selected as the optimal KNN setting.</a:t>
            </a:r>
          </a:p>
          <a:p>
            <a:pPr marL="708660" lvl="1" indent="-342900" fontAlgn="base">
              <a:buFont typeface="Arial" panose="020B0604020202020204" pitchFamily="34" charset="0"/>
              <a:buChar char="•"/>
            </a:pPr>
            <a:r>
              <a:rPr lang="en-US" sz="2000" b="1" dirty="0"/>
              <a:t>Decision Tree</a:t>
            </a:r>
            <a:r>
              <a:rPr lang="en-US" sz="2000" dirty="0"/>
              <a:t> → Reached </a:t>
            </a:r>
            <a:r>
              <a:rPr lang="en-US" sz="2000" b="1" dirty="0"/>
              <a:t>45.0% accuracy</a:t>
            </a:r>
            <a:r>
              <a:rPr lang="en-US" sz="2000" dirty="0"/>
              <a:t> in predicting </a:t>
            </a:r>
            <a:r>
              <a:rPr lang="en-US" sz="2000" i="1" dirty="0"/>
              <a:t>Disaster Severity</a:t>
            </a:r>
            <a:r>
              <a:rPr lang="en-US" sz="2000" dirty="0"/>
              <a:t>.</a:t>
            </a:r>
            <a:endParaRPr lang="en-US" dirty="0"/>
          </a:p>
        </p:txBody>
      </p:sp>
    </p:spTree>
    <p:extLst>
      <p:ext uri="{BB962C8B-B14F-4D97-AF65-F5344CB8AC3E}">
        <p14:creationId xmlns:p14="http://schemas.microsoft.com/office/powerpoint/2010/main" val="20001184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E09A43B-29BF-E78F-0A85-E05462081C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4CE09D-848F-795E-052A-14610A45B3C4}"/>
              </a:ext>
            </a:extLst>
          </p:cNvPr>
          <p:cNvSpPr>
            <a:spLocks noGrp="1"/>
          </p:cNvSpPr>
          <p:nvPr>
            <p:ph type="title"/>
          </p:nvPr>
        </p:nvSpPr>
        <p:spPr>
          <a:xfrm>
            <a:off x="1293812" y="609600"/>
            <a:ext cx="8184976" cy="515144"/>
          </a:xfrm>
        </p:spPr>
        <p:txBody>
          <a:bodyPr anchor="t">
            <a:normAutofit/>
          </a:bodyPr>
          <a:lstStyle/>
          <a:p>
            <a:r>
              <a:rPr lang="en-US" dirty="0"/>
              <a:t>Implementation and Experimentation</a:t>
            </a:r>
          </a:p>
        </p:txBody>
      </p:sp>
      <p:sp>
        <p:nvSpPr>
          <p:cNvPr id="14" name="Slide Number Placeholder 13">
            <a:extLst>
              <a:ext uri="{FF2B5EF4-FFF2-40B4-BE49-F238E27FC236}">
                <a16:creationId xmlns:a16="http://schemas.microsoft.com/office/drawing/2014/main" id="{4BFDE150-F78A-916B-E5CA-C9B16CAFC4BB}"/>
              </a:ext>
            </a:extLst>
          </p:cNvPr>
          <p:cNvSpPr>
            <a:spLocks noGrp="1"/>
          </p:cNvSpPr>
          <p:nvPr>
            <p:ph type="sldNum" sz="quarter" idx="12"/>
          </p:nvPr>
        </p:nvSpPr>
        <p:spPr>
          <a:xfrm>
            <a:off x="1" y="609600"/>
            <a:ext cx="760412" cy="381000"/>
          </a:xfrm>
        </p:spPr>
        <p:txBody>
          <a:bodyPr/>
          <a:lstStyle/>
          <a:p>
            <a:fld id="{AAEAE4A8-A6E5-453E-B946-FB774B73F48C}" type="slidenum">
              <a:rPr lang="en-US" smtClean="0"/>
              <a:pPr/>
              <a:t>16</a:t>
            </a:fld>
            <a:endParaRPr lang="en-US" dirty="0"/>
          </a:p>
        </p:txBody>
      </p:sp>
      <p:sp>
        <p:nvSpPr>
          <p:cNvPr id="7" name="Content Placeholder 5">
            <a:extLst>
              <a:ext uri="{FF2B5EF4-FFF2-40B4-BE49-F238E27FC236}">
                <a16:creationId xmlns:a16="http://schemas.microsoft.com/office/drawing/2014/main" id="{04285E86-0B41-9828-E7A3-5B8B9549E7AB}"/>
              </a:ext>
            </a:extLst>
          </p:cNvPr>
          <p:cNvSpPr txBox="1">
            <a:spLocks/>
          </p:cNvSpPr>
          <p:nvPr/>
        </p:nvSpPr>
        <p:spPr>
          <a:xfrm>
            <a:off x="1329743" y="1268760"/>
            <a:ext cx="9265096" cy="1368152"/>
          </a:xfrm>
          <a:prstGeom prst="rect">
            <a:avLst/>
          </a:prstGeom>
        </p:spPr>
        <p:txBody>
          <a:bodyPr vert="horz" lIns="91440" tIns="45720" rIns="91440" bIns="45720" rtlCol="0">
            <a:normAutofit/>
          </a:bodyPr>
          <a:lstStyle>
            <a:lvl1pPr marL="45720" indent="0" algn="l" defTabSz="914400" rtl="0" eaLnBrk="1" latinLnBrk="0" hangingPunct="1">
              <a:lnSpc>
                <a:spcPct val="110000"/>
              </a:lnSpc>
              <a:spcBef>
                <a:spcPts val="1800"/>
              </a:spcBef>
              <a:buClr>
                <a:schemeClr val="tx1">
                  <a:lumMod val="65000"/>
                  <a:lumOff val="35000"/>
                </a:schemeClr>
              </a:buClr>
              <a:buSzPct val="80000"/>
              <a:buFont typeface="Arial" pitchFamily="34" charset="0"/>
              <a:buNone/>
              <a:defRPr lang="en-US" sz="1800" kern="1200" dirty="0">
                <a:solidFill>
                  <a:schemeClr val="tx1">
                    <a:lumMod val="85000"/>
                    <a:lumOff val="15000"/>
                  </a:schemeClr>
                </a:solidFill>
                <a:latin typeface="+mn-lt"/>
                <a:ea typeface="+mn-lt"/>
                <a:cs typeface="+mn-lt"/>
              </a:defRPr>
            </a:lvl1pPr>
            <a:lvl2pPr marL="365760" indent="0" algn="l" defTabSz="914400" rtl="0" eaLnBrk="1" latinLnBrk="0" hangingPunct="1">
              <a:lnSpc>
                <a:spcPct val="110000"/>
              </a:lnSpc>
              <a:spcBef>
                <a:spcPts val="1000"/>
              </a:spcBef>
              <a:buClr>
                <a:schemeClr val="tx1">
                  <a:lumMod val="65000"/>
                  <a:lumOff val="35000"/>
                </a:schemeClr>
              </a:buClr>
              <a:buSzPct val="80000"/>
              <a:buFont typeface="Arial" panose="020B0604020202020204" pitchFamily="34" charset="0"/>
              <a:buNone/>
              <a:defRPr lang="en-US" sz="1800" kern="1200" dirty="0">
                <a:solidFill>
                  <a:schemeClr val="tx1">
                    <a:lumMod val="85000"/>
                    <a:lumOff val="15000"/>
                  </a:schemeClr>
                </a:solidFill>
                <a:latin typeface="+mn-lt"/>
                <a:ea typeface="+mn-lt"/>
                <a:cs typeface="+mn-lt"/>
              </a:defRPr>
            </a:lvl2pPr>
            <a:lvl3pPr marL="594360" indent="0" algn="l" defTabSz="914400" rtl="0" eaLnBrk="1" latinLnBrk="0" hangingPunct="1">
              <a:lnSpc>
                <a:spcPct val="110000"/>
              </a:lnSpc>
              <a:spcBef>
                <a:spcPts val="600"/>
              </a:spcBef>
              <a:buClr>
                <a:schemeClr val="tx1">
                  <a:lumMod val="65000"/>
                  <a:lumOff val="35000"/>
                </a:schemeClr>
              </a:buClr>
              <a:buSzPct val="80000"/>
              <a:buFont typeface="Arial" pitchFamily="34" charset="0"/>
              <a:buNone/>
              <a:defRPr lang="en-US" sz="1800" kern="1200" dirty="0">
                <a:solidFill>
                  <a:schemeClr val="tx1">
                    <a:lumMod val="85000"/>
                    <a:lumOff val="15000"/>
                  </a:schemeClr>
                </a:solidFill>
                <a:latin typeface="+mn-lt"/>
                <a:ea typeface="+mn-lt"/>
                <a:cs typeface="+mn-lt"/>
              </a:defRPr>
            </a:lvl3pPr>
            <a:lvl4pPr marL="777240" indent="0" algn="l" defTabSz="914400" rtl="0" eaLnBrk="1" latinLnBrk="0" hangingPunct="1">
              <a:lnSpc>
                <a:spcPct val="110000"/>
              </a:lnSpc>
              <a:spcBef>
                <a:spcPts val="600"/>
              </a:spcBef>
              <a:buClr>
                <a:schemeClr val="tx1">
                  <a:lumMod val="65000"/>
                  <a:lumOff val="35000"/>
                </a:schemeClr>
              </a:buClr>
              <a:buSzPct val="80000"/>
              <a:buFont typeface="Arial" pitchFamily="34" charset="0"/>
              <a:buNone/>
              <a:defRPr lang="en-US" sz="1800" kern="1200" dirty="0">
                <a:solidFill>
                  <a:schemeClr val="tx1">
                    <a:lumMod val="85000"/>
                    <a:lumOff val="15000"/>
                  </a:schemeClr>
                </a:solidFill>
                <a:latin typeface="+mn-lt"/>
                <a:ea typeface="+mn-lt"/>
                <a:cs typeface="+mn-lt"/>
              </a:defRPr>
            </a:lvl4pPr>
            <a:lvl5pPr marL="960120" indent="0" algn="l" defTabSz="914400" rtl="0" eaLnBrk="1" latinLnBrk="0" hangingPunct="1">
              <a:lnSpc>
                <a:spcPct val="110000"/>
              </a:lnSpc>
              <a:spcBef>
                <a:spcPts val="600"/>
              </a:spcBef>
              <a:buClr>
                <a:schemeClr val="tx1">
                  <a:lumMod val="65000"/>
                  <a:lumOff val="35000"/>
                </a:schemeClr>
              </a:buClr>
              <a:buSzPct val="80000"/>
              <a:buFont typeface="Arial" pitchFamily="34" charset="0"/>
              <a:buNone/>
              <a:defRPr sz="1800" kern="1200" dirty="0">
                <a:solidFill>
                  <a:schemeClr val="tx1">
                    <a:lumMod val="85000"/>
                    <a:lumOff val="15000"/>
                  </a:schemeClr>
                </a:solidFill>
                <a:latin typeface="+mn-lt"/>
                <a:ea typeface="+mn-lt"/>
                <a:cs typeface="+mn-lt"/>
              </a:defRPr>
            </a:lvl5pPr>
            <a:lvl6pPr marL="123444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6pPr>
            <a:lvl7pPr marL="137160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7pPr>
            <a:lvl8pPr marL="150876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8pPr>
            <a:lvl9pPr marL="164592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9pPr>
          </a:lstStyle>
          <a:p>
            <a:r>
              <a:rPr lang="en-US" sz="1500" dirty="0"/>
              <a:t>4. Visualization</a:t>
            </a:r>
          </a:p>
          <a:p>
            <a:pPr marL="651510" lvl="1" indent="-285750" fontAlgn="base">
              <a:buFont typeface="Arial" panose="020B0604020202020204" pitchFamily="34" charset="0"/>
              <a:buChar char="•"/>
            </a:pPr>
            <a:r>
              <a:rPr lang="en-US" sz="1400" b="1" dirty="0"/>
              <a:t>Bar charts/tables</a:t>
            </a:r>
            <a:r>
              <a:rPr lang="en-US" sz="1400" dirty="0"/>
              <a:t> comparing the accuracy of the three algorithms.</a:t>
            </a:r>
          </a:p>
          <a:p>
            <a:pPr marL="651510" lvl="1" indent="-285750" fontAlgn="base">
              <a:buFont typeface="Arial" panose="020B0604020202020204" pitchFamily="34" charset="0"/>
              <a:buChar char="•"/>
            </a:pPr>
            <a:r>
              <a:rPr lang="en-US" sz="1400" b="1" dirty="0"/>
              <a:t>Confusion matrices</a:t>
            </a:r>
            <a:r>
              <a:rPr lang="en-US" sz="1400" dirty="0"/>
              <a:t> (where generated) to show misclassifications and error patterns for each model, providing deeper insight into model behavior beyond overall accuracy</a:t>
            </a:r>
            <a:r>
              <a:rPr lang="en-US" sz="1600" dirty="0"/>
              <a:t>.</a:t>
            </a:r>
          </a:p>
          <a:p>
            <a:pPr marL="651510" lvl="1" indent="-285750">
              <a:buFont typeface="Arial" panose="020B0604020202020204" pitchFamily="34" charset="0"/>
              <a:buChar char="•"/>
            </a:pPr>
            <a:endParaRPr lang="en-US" sz="1400" dirty="0"/>
          </a:p>
        </p:txBody>
      </p:sp>
    </p:spTree>
    <p:extLst>
      <p:ext uri="{BB962C8B-B14F-4D97-AF65-F5344CB8AC3E}">
        <p14:creationId xmlns:p14="http://schemas.microsoft.com/office/powerpoint/2010/main" val="10794113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DBEF0AD-B0D6-18BE-199E-51EEC9C8D6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3951D2-C074-E637-2C0D-378983BF6484}"/>
              </a:ext>
            </a:extLst>
          </p:cNvPr>
          <p:cNvSpPr>
            <a:spLocks noGrp="1"/>
          </p:cNvSpPr>
          <p:nvPr>
            <p:ph type="title"/>
          </p:nvPr>
        </p:nvSpPr>
        <p:spPr>
          <a:xfrm>
            <a:off x="1293812" y="609600"/>
            <a:ext cx="6456784" cy="659160"/>
          </a:xfrm>
        </p:spPr>
        <p:txBody>
          <a:bodyPr anchor="t">
            <a:normAutofit/>
          </a:bodyPr>
          <a:lstStyle/>
          <a:p>
            <a:r>
              <a:rPr lang="en-US" dirty="0"/>
              <a:t>Visualization and Analysis</a:t>
            </a:r>
          </a:p>
        </p:txBody>
      </p:sp>
      <p:sp>
        <p:nvSpPr>
          <p:cNvPr id="14" name="Slide Number Placeholder 13">
            <a:extLst>
              <a:ext uri="{FF2B5EF4-FFF2-40B4-BE49-F238E27FC236}">
                <a16:creationId xmlns:a16="http://schemas.microsoft.com/office/drawing/2014/main" id="{B4EB5DC7-2712-FBAC-62D1-8F9C2826A5CE}"/>
              </a:ext>
            </a:extLst>
          </p:cNvPr>
          <p:cNvSpPr>
            <a:spLocks noGrp="1"/>
          </p:cNvSpPr>
          <p:nvPr>
            <p:ph type="sldNum" sz="quarter" idx="12"/>
          </p:nvPr>
        </p:nvSpPr>
        <p:spPr>
          <a:xfrm>
            <a:off x="1" y="609600"/>
            <a:ext cx="760412" cy="381000"/>
          </a:xfrm>
        </p:spPr>
        <p:txBody>
          <a:bodyPr/>
          <a:lstStyle/>
          <a:p>
            <a:fld id="{AAEAE4A8-A6E5-453E-B946-FB774B73F48C}" type="slidenum">
              <a:rPr lang="en-US" smtClean="0"/>
              <a:pPr/>
              <a:t>17</a:t>
            </a:fld>
            <a:endParaRPr lang="en-US" dirty="0"/>
          </a:p>
        </p:txBody>
      </p:sp>
      <p:sp>
        <p:nvSpPr>
          <p:cNvPr id="7" name="Content Placeholder 5">
            <a:extLst>
              <a:ext uri="{FF2B5EF4-FFF2-40B4-BE49-F238E27FC236}">
                <a16:creationId xmlns:a16="http://schemas.microsoft.com/office/drawing/2014/main" id="{83AD7FDD-D70F-4124-424B-6B9807BECA1B}"/>
              </a:ext>
            </a:extLst>
          </p:cNvPr>
          <p:cNvSpPr txBox="1">
            <a:spLocks/>
          </p:cNvSpPr>
          <p:nvPr/>
        </p:nvSpPr>
        <p:spPr>
          <a:xfrm>
            <a:off x="1329743" y="1268760"/>
            <a:ext cx="9265096" cy="432048"/>
          </a:xfrm>
          <a:prstGeom prst="rect">
            <a:avLst/>
          </a:prstGeom>
        </p:spPr>
        <p:txBody>
          <a:bodyPr vert="horz" lIns="91440" tIns="45720" rIns="91440" bIns="45720" rtlCol="0">
            <a:normAutofit/>
          </a:bodyPr>
          <a:lstStyle>
            <a:lvl1pPr marL="45720" indent="0" algn="l" defTabSz="914400" rtl="0" eaLnBrk="1" latinLnBrk="0" hangingPunct="1">
              <a:lnSpc>
                <a:spcPct val="110000"/>
              </a:lnSpc>
              <a:spcBef>
                <a:spcPts val="1800"/>
              </a:spcBef>
              <a:buClr>
                <a:schemeClr val="tx1">
                  <a:lumMod val="65000"/>
                  <a:lumOff val="35000"/>
                </a:schemeClr>
              </a:buClr>
              <a:buSzPct val="80000"/>
              <a:buFont typeface="Arial" pitchFamily="34" charset="0"/>
              <a:buNone/>
              <a:defRPr lang="en-US" sz="1800" kern="1200" dirty="0">
                <a:solidFill>
                  <a:schemeClr val="tx1">
                    <a:lumMod val="85000"/>
                    <a:lumOff val="15000"/>
                  </a:schemeClr>
                </a:solidFill>
                <a:latin typeface="+mn-lt"/>
                <a:ea typeface="+mn-lt"/>
                <a:cs typeface="+mn-lt"/>
              </a:defRPr>
            </a:lvl1pPr>
            <a:lvl2pPr marL="365760" indent="0" algn="l" defTabSz="914400" rtl="0" eaLnBrk="1" latinLnBrk="0" hangingPunct="1">
              <a:lnSpc>
                <a:spcPct val="110000"/>
              </a:lnSpc>
              <a:spcBef>
                <a:spcPts val="1000"/>
              </a:spcBef>
              <a:buClr>
                <a:schemeClr val="tx1">
                  <a:lumMod val="65000"/>
                  <a:lumOff val="35000"/>
                </a:schemeClr>
              </a:buClr>
              <a:buSzPct val="80000"/>
              <a:buFont typeface="Arial" panose="020B0604020202020204" pitchFamily="34" charset="0"/>
              <a:buNone/>
              <a:defRPr lang="en-US" sz="1800" kern="1200" dirty="0">
                <a:solidFill>
                  <a:schemeClr val="tx1">
                    <a:lumMod val="85000"/>
                    <a:lumOff val="15000"/>
                  </a:schemeClr>
                </a:solidFill>
                <a:latin typeface="+mn-lt"/>
                <a:ea typeface="+mn-lt"/>
                <a:cs typeface="+mn-lt"/>
              </a:defRPr>
            </a:lvl2pPr>
            <a:lvl3pPr marL="594360" indent="0" algn="l" defTabSz="914400" rtl="0" eaLnBrk="1" latinLnBrk="0" hangingPunct="1">
              <a:lnSpc>
                <a:spcPct val="110000"/>
              </a:lnSpc>
              <a:spcBef>
                <a:spcPts val="600"/>
              </a:spcBef>
              <a:buClr>
                <a:schemeClr val="tx1">
                  <a:lumMod val="65000"/>
                  <a:lumOff val="35000"/>
                </a:schemeClr>
              </a:buClr>
              <a:buSzPct val="80000"/>
              <a:buFont typeface="Arial" pitchFamily="34" charset="0"/>
              <a:buNone/>
              <a:defRPr lang="en-US" sz="1800" kern="1200" dirty="0">
                <a:solidFill>
                  <a:schemeClr val="tx1">
                    <a:lumMod val="85000"/>
                    <a:lumOff val="15000"/>
                  </a:schemeClr>
                </a:solidFill>
                <a:latin typeface="+mn-lt"/>
                <a:ea typeface="+mn-lt"/>
                <a:cs typeface="+mn-lt"/>
              </a:defRPr>
            </a:lvl3pPr>
            <a:lvl4pPr marL="777240" indent="0" algn="l" defTabSz="914400" rtl="0" eaLnBrk="1" latinLnBrk="0" hangingPunct="1">
              <a:lnSpc>
                <a:spcPct val="110000"/>
              </a:lnSpc>
              <a:spcBef>
                <a:spcPts val="600"/>
              </a:spcBef>
              <a:buClr>
                <a:schemeClr val="tx1">
                  <a:lumMod val="65000"/>
                  <a:lumOff val="35000"/>
                </a:schemeClr>
              </a:buClr>
              <a:buSzPct val="80000"/>
              <a:buFont typeface="Arial" pitchFamily="34" charset="0"/>
              <a:buNone/>
              <a:defRPr lang="en-US" sz="1800" kern="1200" dirty="0">
                <a:solidFill>
                  <a:schemeClr val="tx1">
                    <a:lumMod val="85000"/>
                    <a:lumOff val="15000"/>
                  </a:schemeClr>
                </a:solidFill>
                <a:latin typeface="+mn-lt"/>
                <a:ea typeface="+mn-lt"/>
                <a:cs typeface="+mn-lt"/>
              </a:defRPr>
            </a:lvl4pPr>
            <a:lvl5pPr marL="960120" indent="0" algn="l" defTabSz="914400" rtl="0" eaLnBrk="1" latinLnBrk="0" hangingPunct="1">
              <a:lnSpc>
                <a:spcPct val="110000"/>
              </a:lnSpc>
              <a:spcBef>
                <a:spcPts val="600"/>
              </a:spcBef>
              <a:buClr>
                <a:schemeClr val="tx1">
                  <a:lumMod val="65000"/>
                  <a:lumOff val="35000"/>
                </a:schemeClr>
              </a:buClr>
              <a:buSzPct val="80000"/>
              <a:buFont typeface="Arial" pitchFamily="34" charset="0"/>
              <a:buNone/>
              <a:defRPr sz="1800" kern="1200" dirty="0">
                <a:solidFill>
                  <a:schemeClr val="tx1">
                    <a:lumMod val="85000"/>
                    <a:lumOff val="15000"/>
                  </a:schemeClr>
                </a:solidFill>
                <a:latin typeface="+mn-lt"/>
                <a:ea typeface="+mn-lt"/>
                <a:cs typeface="+mn-lt"/>
              </a:defRPr>
            </a:lvl5pPr>
            <a:lvl6pPr marL="123444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6pPr>
            <a:lvl7pPr marL="137160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7pPr>
            <a:lvl8pPr marL="150876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8pPr>
            <a:lvl9pPr marL="164592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9pPr>
          </a:lstStyle>
          <a:p>
            <a:r>
              <a:rPr lang="en-US" sz="1500" dirty="0"/>
              <a:t>Preprocessing Comparison</a:t>
            </a:r>
          </a:p>
        </p:txBody>
      </p:sp>
      <p:pic>
        <p:nvPicPr>
          <p:cNvPr id="2050" name="Picture 2">
            <a:extLst>
              <a:ext uri="{FF2B5EF4-FFF2-40B4-BE49-F238E27FC236}">
                <a16:creationId xmlns:a16="http://schemas.microsoft.com/office/drawing/2014/main" id="{F0DE3C91-51C8-62C4-155E-80C9A0BD28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93986" y="1631754"/>
            <a:ext cx="5780112" cy="4196139"/>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5">
            <a:extLst>
              <a:ext uri="{FF2B5EF4-FFF2-40B4-BE49-F238E27FC236}">
                <a16:creationId xmlns:a16="http://schemas.microsoft.com/office/drawing/2014/main" id="{F553865F-EF84-0D7C-262C-11FA64E7B5D4}"/>
              </a:ext>
            </a:extLst>
          </p:cNvPr>
          <p:cNvSpPr txBox="1">
            <a:spLocks/>
          </p:cNvSpPr>
          <p:nvPr/>
        </p:nvSpPr>
        <p:spPr>
          <a:xfrm>
            <a:off x="1293812" y="5852510"/>
            <a:ext cx="9265096" cy="791779"/>
          </a:xfrm>
          <a:prstGeom prst="rect">
            <a:avLst/>
          </a:prstGeom>
        </p:spPr>
        <p:txBody>
          <a:bodyPr vert="horz" lIns="91440" tIns="45720" rIns="91440" bIns="45720" rtlCol="0">
            <a:normAutofit/>
          </a:bodyPr>
          <a:lstStyle>
            <a:lvl1pPr marL="45720" indent="0" algn="l" defTabSz="914400" rtl="0" eaLnBrk="1" latinLnBrk="0" hangingPunct="1">
              <a:lnSpc>
                <a:spcPct val="110000"/>
              </a:lnSpc>
              <a:spcBef>
                <a:spcPts val="1800"/>
              </a:spcBef>
              <a:buClr>
                <a:schemeClr val="tx1">
                  <a:lumMod val="65000"/>
                  <a:lumOff val="35000"/>
                </a:schemeClr>
              </a:buClr>
              <a:buSzPct val="80000"/>
              <a:buFont typeface="Arial" pitchFamily="34" charset="0"/>
              <a:buNone/>
              <a:defRPr lang="en-US" sz="1800" kern="1200" dirty="0">
                <a:solidFill>
                  <a:schemeClr val="tx1">
                    <a:lumMod val="85000"/>
                    <a:lumOff val="15000"/>
                  </a:schemeClr>
                </a:solidFill>
                <a:latin typeface="+mn-lt"/>
                <a:ea typeface="+mn-lt"/>
                <a:cs typeface="+mn-lt"/>
              </a:defRPr>
            </a:lvl1pPr>
            <a:lvl2pPr marL="365760" indent="0" algn="l" defTabSz="914400" rtl="0" eaLnBrk="1" latinLnBrk="0" hangingPunct="1">
              <a:lnSpc>
                <a:spcPct val="110000"/>
              </a:lnSpc>
              <a:spcBef>
                <a:spcPts val="1000"/>
              </a:spcBef>
              <a:buClr>
                <a:schemeClr val="tx1">
                  <a:lumMod val="65000"/>
                  <a:lumOff val="35000"/>
                </a:schemeClr>
              </a:buClr>
              <a:buSzPct val="80000"/>
              <a:buFont typeface="Arial" panose="020B0604020202020204" pitchFamily="34" charset="0"/>
              <a:buNone/>
              <a:defRPr lang="en-US" sz="1800" kern="1200" dirty="0">
                <a:solidFill>
                  <a:schemeClr val="tx1">
                    <a:lumMod val="85000"/>
                    <a:lumOff val="15000"/>
                  </a:schemeClr>
                </a:solidFill>
                <a:latin typeface="+mn-lt"/>
                <a:ea typeface="+mn-lt"/>
                <a:cs typeface="+mn-lt"/>
              </a:defRPr>
            </a:lvl2pPr>
            <a:lvl3pPr marL="594360" indent="0" algn="l" defTabSz="914400" rtl="0" eaLnBrk="1" latinLnBrk="0" hangingPunct="1">
              <a:lnSpc>
                <a:spcPct val="110000"/>
              </a:lnSpc>
              <a:spcBef>
                <a:spcPts val="600"/>
              </a:spcBef>
              <a:buClr>
                <a:schemeClr val="tx1">
                  <a:lumMod val="65000"/>
                  <a:lumOff val="35000"/>
                </a:schemeClr>
              </a:buClr>
              <a:buSzPct val="80000"/>
              <a:buFont typeface="Arial" pitchFamily="34" charset="0"/>
              <a:buNone/>
              <a:defRPr lang="en-US" sz="1800" kern="1200" dirty="0">
                <a:solidFill>
                  <a:schemeClr val="tx1">
                    <a:lumMod val="85000"/>
                    <a:lumOff val="15000"/>
                  </a:schemeClr>
                </a:solidFill>
                <a:latin typeface="+mn-lt"/>
                <a:ea typeface="+mn-lt"/>
                <a:cs typeface="+mn-lt"/>
              </a:defRPr>
            </a:lvl3pPr>
            <a:lvl4pPr marL="777240" indent="0" algn="l" defTabSz="914400" rtl="0" eaLnBrk="1" latinLnBrk="0" hangingPunct="1">
              <a:lnSpc>
                <a:spcPct val="110000"/>
              </a:lnSpc>
              <a:spcBef>
                <a:spcPts val="600"/>
              </a:spcBef>
              <a:buClr>
                <a:schemeClr val="tx1">
                  <a:lumMod val="65000"/>
                  <a:lumOff val="35000"/>
                </a:schemeClr>
              </a:buClr>
              <a:buSzPct val="80000"/>
              <a:buFont typeface="Arial" pitchFamily="34" charset="0"/>
              <a:buNone/>
              <a:defRPr lang="en-US" sz="1800" kern="1200" dirty="0">
                <a:solidFill>
                  <a:schemeClr val="tx1">
                    <a:lumMod val="85000"/>
                    <a:lumOff val="15000"/>
                  </a:schemeClr>
                </a:solidFill>
                <a:latin typeface="+mn-lt"/>
                <a:ea typeface="+mn-lt"/>
                <a:cs typeface="+mn-lt"/>
              </a:defRPr>
            </a:lvl4pPr>
            <a:lvl5pPr marL="960120" indent="0" algn="l" defTabSz="914400" rtl="0" eaLnBrk="1" latinLnBrk="0" hangingPunct="1">
              <a:lnSpc>
                <a:spcPct val="110000"/>
              </a:lnSpc>
              <a:spcBef>
                <a:spcPts val="600"/>
              </a:spcBef>
              <a:buClr>
                <a:schemeClr val="tx1">
                  <a:lumMod val="65000"/>
                  <a:lumOff val="35000"/>
                </a:schemeClr>
              </a:buClr>
              <a:buSzPct val="80000"/>
              <a:buFont typeface="Arial" pitchFamily="34" charset="0"/>
              <a:buNone/>
              <a:defRPr sz="1800" kern="1200" dirty="0">
                <a:solidFill>
                  <a:schemeClr val="tx1">
                    <a:lumMod val="85000"/>
                    <a:lumOff val="15000"/>
                  </a:schemeClr>
                </a:solidFill>
                <a:latin typeface="+mn-lt"/>
                <a:ea typeface="+mn-lt"/>
                <a:cs typeface="+mn-lt"/>
              </a:defRPr>
            </a:lvl5pPr>
            <a:lvl6pPr marL="123444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6pPr>
            <a:lvl7pPr marL="137160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7pPr>
            <a:lvl8pPr marL="150876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8pPr>
            <a:lvl9pPr marL="164592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9pPr>
          </a:lstStyle>
          <a:p>
            <a:r>
              <a:rPr lang="en-US" sz="1400" dirty="0"/>
              <a:t>In the preprocessing stage, categorical disaster-related attributes were transformed into numeric encodings to make the dataset suitable for machine learning models.</a:t>
            </a:r>
            <a:endParaRPr lang="en-US" sz="1050" dirty="0"/>
          </a:p>
        </p:txBody>
      </p:sp>
    </p:spTree>
    <p:extLst>
      <p:ext uri="{BB962C8B-B14F-4D97-AF65-F5344CB8AC3E}">
        <p14:creationId xmlns:p14="http://schemas.microsoft.com/office/powerpoint/2010/main" val="32293788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4FF5F7F-0149-B8ED-F488-C66DAC00EF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CACEEF-8205-9171-678A-ECEAA3194B95}"/>
              </a:ext>
            </a:extLst>
          </p:cNvPr>
          <p:cNvSpPr>
            <a:spLocks noGrp="1"/>
          </p:cNvSpPr>
          <p:nvPr>
            <p:ph type="title"/>
          </p:nvPr>
        </p:nvSpPr>
        <p:spPr>
          <a:xfrm>
            <a:off x="1293812" y="609600"/>
            <a:ext cx="7536904" cy="515144"/>
          </a:xfrm>
        </p:spPr>
        <p:txBody>
          <a:bodyPr anchor="t">
            <a:normAutofit/>
          </a:bodyPr>
          <a:lstStyle/>
          <a:p>
            <a:r>
              <a:rPr lang="en-US" dirty="0"/>
              <a:t>Visualization and Analysis</a:t>
            </a:r>
          </a:p>
        </p:txBody>
      </p:sp>
      <p:sp>
        <p:nvSpPr>
          <p:cNvPr id="14" name="Slide Number Placeholder 13">
            <a:extLst>
              <a:ext uri="{FF2B5EF4-FFF2-40B4-BE49-F238E27FC236}">
                <a16:creationId xmlns:a16="http://schemas.microsoft.com/office/drawing/2014/main" id="{7DC957E3-4AC0-9DF4-1109-328E27645D29}"/>
              </a:ext>
            </a:extLst>
          </p:cNvPr>
          <p:cNvSpPr>
            <a:spLocks noGrp="1"/>
          </p:cNvSpPr>
          <p:nvPr>
            <p:ph type="sldNum" sz="quarter" idx="12"/>
          </p:nvPr>
        </p:nvSpPr>
        <p:spPr>
          <a:xfrm>
            <a:off x="1" y="609600"/>
            <a:ext cx="760412" cy="381000"/>
          </a:xfrm>
        </p:spPr>
        <p:txBody>
          <a:bodyPr/>
          <a:lstStyle/>
          <a:p>
            <a:fld id="{AAEAE4A8-A6E5-453E-B946-FB774B73F48C}" type="slidenum">
              <a:rPr lang="en-US" smtClean="0"/>
              <a:pPr/>
              <a:t>18</a:t>
            </a:fld>
            <a:endParaRPr lang="en-US" dirty="0"/>
          </a:p>
        </p:txBody>
      </p:sp>
      <p:sp>
        <p:nvSpPr>
          <p:cNvPr id="7" name="Content Placeholder 5">
            <a:extLst>
              <a:ext uri="{FF2B5EF4-FFF2-40B4-BE49-F238E27FC236}">
                <a16:creationId xmlns:a16="http://schemas.microsoft.com/office/drawing/2014/main" id="{0115217D-45C2-5749-721D-E0CE3AD37ECC}"/>
              </a:ext>
            </a:extLst>
          </p:cNvPr>
          <p:cNvSpPr txBox="1">
            <a:spLocks/>
          </p:cNvSpPr>
          <p:nvPr/>
        </p:nvSpPr>
        <p:spPr>
          <a:xfrm>
            <a:off x="1329743" y="1268760"/>
            <a:ext cx="9265096" cy="432048"/>
          </a:xfrm>
          <a:prstGeom prst="rect">
            <a:avLst/>
          </a:prstGeom>
        </p:spPr>
        <p:txBody>
          <a:bodyPr vert="horz" lIns="91440" tIns="45720" rIns="91440" bIns="45720" rtlCol="0">
            <a:normAutofit/>
          </a:bodyPr>
          <a:lstStyle>
            <a:lvl1pPr marL="45720" indent="0" algn="l" defTabSz="914400" rtl="0" eaLnBrk="1" latinLnBrk="0" hangingPunct="1">
              <a:lnSpc>
                <a:spcPct val="110000"/>
              </a:lnSpc>
              <a:spcBef>
                <a:spcPts val="1800"/>
              </a:spcBef>
              <a:buClr>
                <a:schemeClr val="tx1">
                  <a:lumMod val="65000"/>
                  <a:lumOff val="35000"/>
                </a:schemeClr>
              </a:buClr>
              <a:buSzPct val="80000"/>
              <a:buFont typeface="Arial" pitchFamily="34" charset="0"/>
              <a:buNone/>
              <a:defRPr lang="en-US" sz="1800" kern="1200" dirty="0">
                <a:solidFill>
                  <a:schemeClr val="tx1">
                    <a:lumMod val="85000"/>
                    <a:lumOff val="15000"/>
                  </a:schemeClr>
                </a:solidFill>
                <a:latin typeface="+mn-lt"/>
                <a:ea typeface="+mn-lt"/>
                <a:cs typeface="+mn-lt"/>
              </a:defRPr>
            </a:lvl1pPr>
            <a:lvl2pPr marL="365760" indent="0" algn="l" defTabSz="914400" rtl="0" eaLnBrk="1" latinLnBrk="0" hangingPunct="1">
              <a:lnSpc>
                <a:spcPct val="110000"/>
              </a:lnSpc>
              <a:spcBef>
                <a:spcPts val="1000"/>
              </a:spcBef>
              <a:buClr>
                <a:schemeClr val="tx1">
                  <a:lumMod val="65000"/>
                  <a:lumOff val="35000"/>
                </a:schemeClr>
              </a:buClr>
              <a:buSzPct val="80000"/>
              <a:buFont typeface="Arial" panose="020B0604020202020204" pitchFamily="34" charset="0"/>
              <a:buNone/>
              <a:defRPr lang="en-US" sz="1800" kern="1200" dirty="0">
                <a:solidFill>
                  <a:schemeClr val="tx1">
                    <a:lumMod val="85000"/>
                    <a:lumOff val="15000"/>
                  </a:schemeClr>
                </a:solidFill>
                <a:latin typeface="+mn-lt"/>
                <a:ea typeface="+mn-lt"/>
                <a:cs typeface="+mn-lt"/>
              </a:defRPr>
            </a:lvl2pPr>
            <a:lvl3pPr marL="594360" indent="0" algn="l" defTabSz="914400" rtl="0" eaLnBrk="1" latinLnBrk="0" hangingPunct="1">
              <a:lnSpc>
                <a:spcPct val="110000"/>
              </a:lnSpc>
              <a:spcBef>
                <a:spcPts val="600"/>
              </a:spcBef>
              <a:buClr>
                <a:schemeClr val="tx1">
                  <a:lumMod val="65000"/>
                  <a:lumOff val="35000"/>
                </a:schemeClr>
              </a:buClr>
              <a:buSzPct val="80000"/>
              <a:buFont typeface="Arial" pitchFamily="34" charset="0"/>
              <a:buNone/>
              <a:defRPr lang="en-US" sz="1800" kern="1200" dirty="0">
                <a:solidFill>
                  <a:schemeClr val="tx1">
                    <a:lumMod val="85000"/>
                    <a:lumOff val="15000"/>
                  </a:schemeClr>
                </a:solidFill>
                <a:latin typeface="+mn-lt"/>
                <a:ea typeface="+mn-lt"/>
                <a:cs typeface="+mn-lt"/>
              </a:defRPr>
            </a:lvl3pPr>
            <a:lvl4pPr marL="777240" indent="0" algn="l" defTabSz="914400" rtl="0" eaLnBrk="1" latinLnBrk="0" hangingPunct="1">
              <a:lnSpc>
                <a:spcPct val="110000"/>
              </a:lnSpc>
              <a:spcBef>
                <a:spcPts val="600"/>
              </a:spcBef>
              <a:buClr>
                <a:schemeClr val="tx1">
                  <a:lumMod val="65000"/>
                  <a:lumOff val="35000"/>
                </a:schemeClr>
              </a:buClr>
              <a:buSzPct val="80000"/>
              <a:buFont typeface="Arial" pitchFamily="34" charset="0"/>
              <a:buNone/>
              <a:defRPr lang="en-US" sz="1800" kern="1200" dirty="0">
                <a:solidFill>
                  <a:schemeClr val="tx1">
                    <a:lumMod val="85000"/>
                    <a:lumOff val="15000"/>
                  </a:schemeClr>
                </a:solidFill>
                <a:latin typeface="+mn-lt"/>
                <a:ea typeface="+mn-lt"/>
                <a:cs typeface="+mn-lt"/>
              </a:defRPr>
            </a:lvl4pPr>
            <a:lvl5pPr marL="960120" indent="0" algn="l" defTabSz="914400" rtl="0" eaLnBrk="1" latinLnBrk="0" hangingPunct="1">
              <a:lnSpc>
                <a:spcPct val="110000"/>
              </a:lnSpc>
              <a:spcBef>
                <a:spcPts val="600"/>
              </a:spcBef>
              <a:buClr>
                <a:schemeClr val="tx1">
                  <a:lumMod val="65000"/>
                  <a:lumOff val="35000"/>
                </a:schemeClr>
              </a:buClr>
              <a:buSzPct val="80000"/>
              <a:buFont typeface="Arial" pitchFamily="34" charset="0"/>
              <a:buNone/>
              <a:defRPr sz="1800" kern="1200" dirty="0">
                <a:solidFill>
                  <a:schemeClr val="tx1">
                    <a:lumMod val="85000"/>
                    <a:lumOff val="15000"/>
                  </a:schemeClr>
                </a:solidFill>
                <a:latin typeface="+mn-lt"/>
                <a:ea typeface="+mn-lt"/>
                <a:cs typeface="+mn-lt"/>
              </a:defRPr>
            </a:lvl5pPr>
            <a:lvl6pPr marL="123444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6pPr>
            <a:lvl7pPr marL="137160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7pPr>
            <a:lvl8pPr marL="150876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8pPr>
            <a:lvl9pPr marL="164592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9pPr>
          </a:lstStyle>
          <a:p>
            <a:r>
              <a:rPr lang="en-US" sz="1500" dirty="0"/>
              <a:t>Accuracy Comparison</a:t>
            </a:r>
          </a:p>
        </p:txBody>
      </p:sp>
      <p:pic>
        <p:nvPicPr>
          <p:cNvPr id="3074" name="Picture 2">
            <a:extLst>
              <a:ext uri="{FF2B5EF4-FFF2-40B4-BE49-F238E27FC236}">
                <a16:creationId xmlns:a16="http://schemas.microsoft.com/office/drawing/2014/main" id="{8A5836CA-0254-77DC-7A33-F032259471D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84731" y="1700808"/>
            <a:ext cx="4238625" cy="3095625"/>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a:extLst>
              <a:ext uri="{FF2B5EF4-FFF2-40B4-BE49-F238E27FC236}">
                <a16:creationId xmlns:a16="http://schemas.microsoft.com/office/drawing/2014/main" id="{4CC6C449-E968-8BC3-7EF9-C414C8549B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34372" y="1696046"/>
            <a:ext cx="4143375" cy="3105150"/>
          </a:xfrm>
          <a:prstGeom prst="rect">
            <a:avLst/>
          </a:prstGeom>
          <a:noFill/>
          <a:extLst>
            <a:ext uri="{909E8E84-426E-40DD-AFC4-6F175D3DCCD1}">
              <a14:hiddenFill xmlns:a14="http://schemas.microsoft.com/office/drawing/2010/main">
                <a:solidFill>
                  <a:srgbClr val="FFFFFF"/>
                </a:solidFill>
              </a14:hiddenFill>
            </a:ext>
          </a:extLst>
        </p:spPr>
      </p:pic>
      <p:sp>
        <p:nvSpPr>
          <p:cNvPr id="4" name="Content Placeholder 5">
            <a:extLst>
              <a:ext uri="{FF2B5EF4-FFF2-40B4-BE49-F238E27FC236}">
                <a16:creationId xmlns:a16="http://schemas.microsoft.com/office/drawing/2014/main" id="{81A6B451-F021-9313-B0AE-38C5594119D6}"/>
              </a:ext>
            </a:extLst>
          </p:cNvPr>
          <p:cNvSpPr txBox="1">
            <a:spLocks/>
          </p:cNvSpPr>
          <p:nvPr/>
        </p:nvSpPr>
        <p:spPr>
          <a:xfrm>
            <a:off x="1461864" y="4796433"/>
            <a:ext cx="3768452" cy="432048"/>
          </a:xfrm>
          <a:prstGeom prst="rect">
            <a:avLst/>
          </a:prstGeom>
        </p:spPr>
        <p:txBody>
          <a:bodyPr vert="horz" lIns="91440" tIns="45720" rIns="91440" bIns="45720" rtlCol="0">
            <a:normAutofit/>
          </a:bodyPr>
          <a:lstStyle>
            <a:lvl1pPr marL="45720" indent="0" algn="l" defTabSz="914400" rtl="0" eaLnBrk="1" latinLnBrk="0" hangingPunct="1">
              <a:lnSpc>
                <a:spcPct val="110000"/>
              </a:lnSpc>
              <a:spcBef>
                <a:spcPts val="1800"/>
              </a:spcBef>
              <a:buClr>
                <a:schemeClr val="tx1">
                  <a:lumMod val="65000"/>
                  <a:lumOff val="35000"/>
                </a:schemeClr>
              </a:buClr>
              <a:buSzPct val="80000"/>
              <a:buFont typeface="Arial" pitchFamily="34" charset="0"/>
              <a:buNone/>
              <a:defRPr lang="en-US" sz="1800" kern="1200" dirty="0">
                <a:solidFill>
                  <a:schemeClr val="tx1">
                    <a:lumMod val="85000"/>
                    <a:lumOff val="15000"/>
                  </a:schemeClr>
                </a:solidFill>
                <a:latin typeface="+mn-lt"/>
                <a:ea typeface="+mn-lt"/>
                <a:cs typeface="+mn-lt"/>
              </a:defRPr>
            </a:lvl1pPr>
            <a:lvl2pPr marL="365760" indent="0" algn="l" defTabSz="914400" rtl="0" eaLnBrk="1" latinLnBrk="0" hangingPunct="1">
              <a:lnSpc>
                <a:spcPct val="110000"/>
              </a:lnSpc>
              <a:spcBef>
                <a:spcPts val="1000"/>
              </a:spcBef>
              <a:buClr>
                <a:schemeClr val="tx1">
                  <a:lumMod val="65000"/>
                  <a:lumOff val="35000"/>
                </a:schemeClr>
              </a:buClr>
              <a:buSzPct val="80000"/>
              <a:buFont typeface="Arial" panose="020B0604020202020204" pitchFamily="34" charset="0"/>
              <a:buNone/>
              <a:defRPr lang="en-US" sz="1800" kern="1200" dirty="0">
                <a:solidFill>
                  <a:schemeClr val="tx1">
                    <a:lumMod val="85000"/>
                    <a:lumOff val="15000"/>
                  </a:schemeClr>
                </a:solidFill>
                <a:latin typeface="+mn-lt"/>
                <a:ea typeface="+mn-lt"/>
                <a:cs typeface="+mn-lt"/>
              </a:defRPr>
            </a:lvl2pPr>
            <a:lvl3pPr marL="594360" indent="0" algn="l" defTabSz="914400" rtl="0" eaLnBrk="1" latinLnBrk="0" hangingPunct="1">
              <a:lnSpc>
                <a:spcPct val="110000"/>
              </a:lnSpc>
              <a:spcBef>
                <a:spcPts val="600"/>
              </a:spcBef>
              <a:buClr>
                <a:schemeClr val="tx1">
                  <a:lumMod val="65000"/>
                  <a:lumOff val="35000"/>
                </a:schemeClr>
              </a:buClr>
              <a:buSzPct val="80000"/>
              <a:buFont typeface="Arial" pitchFamily="34" charset="0"/>
              <a:buNone/>
              <a:defRPr lang="en-US" sz="1800" kern="1200" dirty="0">
                <a:solidFill>
                  <a:schemeClr val="tx1">
                    <a:lumMod val="85000"/>
                    <a:lumOff val="15000"/>
                  </a:schemeClr>
                </a:solidFill>
                <a:latin typeface="+mn-lt"/>
                <a:ea typeface="+mn-lt"/>
                <a:cs typeface="+mn-lt"/>
              </a:defRPr>
            </a:lvl3pPr>
            <a:lvl4pPr marL="777240" indent="0" algn="l" defTabSz="914400" rtl="0" eaLnBrk="1" latinLnBrk="0" hangingPunct="1">
              <a:lnSpc>
                <a:spcPct val="110000"/>
              </a:lnSpc>
              <a:spcBef>
                <a:spcPts val="600"/>
              </a:spcBef>
              <a:buClr>
                <a:schemeClr val="tx1">
                  <a:lumMod val="65000"/>
                  <a:lumOff val="35000"/>
                </a:schemeClr>
              </a:buClr>
              <a:buSzPct val="80000"/>
              <a:buFont typeface="Arial" pitchFamily="34" charset="0"/>
              <a:buNone/>
              <a:defRPr lang="en-US" sz="1800" kern="1200" dirty="0">
                <a:solidFill>
                  <a:schemeClr val="tx1">
                    <a:lumMod val="85000"/>
                    <a:lumOff val="15000"/>
                  </a:schemeClr>
                </a:solidFill>
                <a:latin typeface="+mn-lt"/>
                <a:ea typeface="+mn-lt"/>
                <a:cs typeface="+mn-lt"/>
              </a:defRPr>
            </a:lvl4pPr>
            <a:lvl5pPr marL="960120" indent="0" algn="l" defTabSz="914400" rtl="0" eaLnBrk="1" latinLnBrk="0" hangingPunct="1">
              <a:lnSpc>
                <a:spcPct val="110000"/>
              </a:lnSpc>
              <a:spcBef>
                <a:spcPts val="600"/>
              </a:spcBef>
              <a:buClr>
                <a:schemeClr val="tx1">
                  <a:lumMod val="65000"/>
                  <a:lumOff val="35000"/>
                </a:schemeClr>
              </a:buClr>
              <a:buSzPct val="80000"/>
              <a:buFont typeface="Arial" pitchFamily="34" charset="0"/>
              <a:buNone/>
              <a:defRPr sz="1800" kern="1200" dirty="0">
                <a:solidFill>
                  <a:schemeClr val="tx1">
                    <a:lumMod val="85000"/>
                    <a:lumOff val="15000"/>
                  </a:schemeClr>
                </a:solidFill>
                <a:latin typeface="+mn-lt"/>
                <a:ea typeface="+mn-lt"/>
                <a:cs typeface="+mn-lt"/>
              </a:defRPr>
            </a:lvl5pPr>
            <a:lvl6pPr marL="123444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6pPr>
            <a:lvl7pPr marL="137160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7pPr>
            <a:lvl8pPr marL="150876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8pPr>
            <a:lvl9pPr marL="164592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9pPr>
          </a:lstStyle>
          <a:p>
            <a:pPr algn="ctr"/>
            <a:r>
              <a:rPr lang="en-US" sz="1400" dirty="0"/>
              <a:t>Without Grouped Label</a:t>
            </a:r>
          </a:p>
        </p:txBody>
      </p:sp>
      <p:sp>
        <p:nvSpPr>
          <p:cNvPr id="5" name="Content Placeholder 5">
            <a:extLst>
              <a:ext uri="{FF2B5EF4-FFF2-40B4-BE49-F238E27FC236}">
                <a16:creationId xmlns:a16="http://schemas.microsoft.com/office/drawing/2014/main" id="{4C7655C5-499A-B9CD-D54A-B891991EF275}"/>
              </a:ext>
            </a:extLst>
          </p:cNvPr>
          <p:cNvSpPr txBox="1">
            <a:spLocks/>
          </p:cNvSpPr>
          <p:nvPr/>
        </p:nvSpPr>
        <p:spPr>
          <a:xfrm>
            <a:off x="5959618" y="4796433"/>
            <a:ext cx="3768452" cy="432048"/>
          </a:xfrm>
          <a:prstGeom prst="rect">
            <a:avLst/>
          </a:prstGeom>
        </p:spPr>
        <p:txBody>
          <a:bodyPr vert="horz" lIns="91440" tIns="45720" rIns="91440" bIns="45720" rtlCol="0">
            <a:normAutofit/>
          </a:bodyPr>
          <a:lstStyle>
            <a:lvl1pPr marL="45720" indent="0" algn="l" defTabSz="914400" rtl="0" eaLnBrk="1" latinLnBrk="0" hangingPunct="1">
              <a:lnSpc>
                <a:spcPct val="110000"/>
              </a:lnSpc>
              <a:spcBef>
                <a:spcPts val="1800"/>
              </a:spcBef>
              <a:buClr>
                <a:schemeClr val="tx1">
                  <a:lumMod val="65000"/>
                  <a:lumOff val="35000"/>
                </a:schemeClr>
              </a:buClr>
              <a:buSzPct val="80000"/>
              <a:buFont typeface="Arial" pitchFamily="34" charset="0"/>
              <a:buNone/>
              <a:defRPr lang="en-US" sz="1800" kern="1200" dirty="0">
                <a:solidFill>
                  <a:schemeClr val="tx1">
                    <a:lumMod val="85000"/>
                    <a:lumOff val="15000"/>
                  </a:schemeClr>
                </a:solidFill>
                <a:latin typeface="+mn-lt"/>
                <a:ea typeface="+mn-lt"/>
                <a:cs typeface="+mn-lt"/>
              </a:defRPr>
            </a:lvl1pPr>
            <a:lvl2pPr marL="365760" indent="0" algn="l" defTabSz="914400" rtl="0" eaLnBrk="1" latinLnBrk="0" hangingPunct="1">
              <a:lnSpc>
                <a:spcPct val="110000"/>
              </a:lnSpc>
              <a:spcBef>
                <a:spcPts val="1000"/>
              </a:spcBef>
              <a:buClr>
                <a:schemeClr val="tx1">
                  <a:lumMod val="65000"/>
                  <a:lumOff val="35000"/>
                </a:schemeClr>
              </a:buClr>
              <a:buSzPct val="80000"/>
              <a:buFont typeface="Arial" panose="020B0604020202020204" pitchFamily="34" charset="0"/>
              <a:buNone/>
              <a:defRPr lang="en-US" sz="1800" kern="1200" dirty="0">
                <a:solidFill>
                  <a:schemeClr val="tx1">
                    <a:lumMod val="85000"/>
                    <a:lumOff val="15000"/>
                  </a:schemeClr>
                </a:solidFill>
                <a:latin typeface="+mn-lt"/>
                <a:ea typeface="+mn-lt"/>
                <a:cs typeface="+mn-lt"/>
              </a:defRPr>
            </a:lvl2pPr>
            <a:lvl3pPr marL="594360" indent="0" algn="l" defTabSz="914400" rtl="0" eaLnBrk="1" latinLnBrk="0" hangingPunct="1">
              <a:lnSpc>
                <a:spcPct val="110000"/>
              </a:lnSpc>
              <a:spcBef>
                <a:spcPts val="600"/>
              </a:spcBef>
              <a:buClr>
                <a:schemeClr val="tx1">
                  <a:lumMod val="65000"/>
                  <a:lumOff val="35000"/>
                </a:schemeClr>
              </a:buClr>
              <a:buSzPct val="80000"/>
              <a:buFont typeface="Arial" pitchFamily="34" charset="0"/>
              <a:buNone/>
              <a:defRPr lang="en-US" sz="1800" kern="1200" dirty="0">
                <a:solidFill>
                  <a:schemeClr val="tx1">
                    <a:lumMod val="85000"/>
                    <a:lumOff val="15000"/>
                  </a:schemeClr>
                </a:solidFill>
                <a:latin typeface="+mn-lt"/>
                <a:ea typeface="+mn-lt"/>
                <a:cs typeface="+mn-lt"/>
              </a:defRPr>
            </a:lvl3pPr>
            <a:lvl4pPr marL="777240" indent="0" algn="l" defTabSz="914400" rtl="0" eaLnBrk="1" latinLnBrk="0" hangingPunct="1">
              <a:lnSpc>
                <a:spcPct val="110000"/>
              </a:lnSpc>
              <a:spcBef>
                <a:spcPts val="600"/>
              </a:spcBef>
              <a:buClr>
                <a:schemeClr val="tx1">
                  <a:lumMod val="65000"/>
                  <a:lumOff val="35000"/>
                </a:schemeClr>
              </a:buClr>
              <a:buSzPct val="80000"/>
              <a:buFont typeface="Arial" pitchFamily="34" charset="0"/>
              <a:buNone/>
              <a:defRPr lang="en-US" sz="1800" kern="1200" dirty="0">
                <a:solidFill>
                  <a:schemeClr val="tx1">
                    <a:lumMod val="85000"/>
                    <a:lumOff val="15000"/>
                  </a:schemeClr>
                </a:solidFill>
                <a:latin typeface="+mn-lt"/>
                <a:ea typeface="+mn-lt"/>
                <a:cs typeface="+mn-lt"/>
              </a:defRPr>
            </a:lvl4pPr>
            <a:lvl5pPr marL="960120" indent="0" algn="l" defTabSz="914400" rtl="0" eaLnBrk="1" latinLnBrk="0" hangingPunct="1">
              <a:lnSpc>
                <a:spcPct val="110000"/>
              </a:lnSpc>
              <a:spcBef>
                <a:spcPts val="600"/>
              </a:spcBef>
              <a:buClr>
                <a:schemeClr val="tx1">
                  <a:lumMod val="65000"/>
                  <a:lumOff val="35000"/>
                </a:schemeClr>
              </a:buClr>
              <a:buSzPct val="80000"/>
              <a:buFont typeface="Arial" pitchFamily="34" charset="0"/>
              <a:buNone/>
              <a:defRPr sz="1800" kern="1200" dirty="0">
                <a:solidFill>
                  <a:schemeClr val="tx1">
                    <a:lumMod val="85000"/>
                    <a:lumOff val="15000"/>
                  </a:schemeClr>
                </a:solidFill>
                <a:latin typeface="+mn-lt"/>
                <a:ea typeface="+mn-lt"/>
                <a:cs typeface="+mn-lt"/>
              </a:defRPr>
            </a:lvl5pPr>
            <a:lvl6pPr marL="123444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6pPr>
            <a:lvl7pPr marL="137160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7pPr>
            <a:lvl8pPr marL="150876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8pPr>
            <a:lvl9pPr marL="164592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9pPr>
          </a:lstStyle>
          <a:p>
            <a:pPr algn="ctr"/>
            <a:r>
              <a:rPr lang="en-US" sz="1400" dirty="0"/>
              <a:t>With Grouped Label</a:t>
            </a:r>
          </a:p>
        </p:txBody>
      </p:sp>
      <p:sp>
        <p:nvSpPr>
          <p:cNvPr id="6" name="Content Placeholder 5">
            <a:extLst>
              <a:ext uri="{FF2B5EF4-FFF2-40B4-BE49-F238E27FC236}">
                <a16:creationId xmlns:a16="http://schemas.microsoft.com/office/drawing/2014/main" id="{110CE0D4-C296-7795-C87B-BF88B5D9A2B0}"/>
              </a:ext>
            </a:extLst>
          </p:cNvPr>
          <p:cNvSpPr txBox="1">
            <a:spLocks/>
          </p:cNvSpPr>
          <p:nvPr/>
        </p:nvSpPr>
        <p:spPr>
          <a:xfrm>
            <a:off x="1290281" y="5414408"/>
            <a:ext cx="8398328" cy="864096"/>
          </a:xfrm>
          <a:prstGeom prst="rect">
            <a:avLst/>
          </a:prstGeom>
        </p:spPr>
        <p:txBody>
          <a:bodyPr vert="horz" lIns="91440" tIns="45720" rIns="91440" bIns="45720" rtlCol="0">
            <a:normAutofit fontScale="77500" lnSpcReduction="20000"/>
          </a:bodyPr>
          <a:lstStyle>
            <a:lvl1pPr marL="45720" indent="0" algn="l" defTabSz="914400" rtl="0" eaLnBrk="1" latinLnBrk="0" hangingPunct="1">
              <a:lnSpc>
                <a:spcPct val="110000"/>
              </a:lnSpc>
              <a:spcBef>
                <a:spcPts val="1800"/>
              </a:spcBef>
              <a:buClr>
                <a:schemeClr val="tx1">
                  <a:lumMod val="65000"/>
                  <a:lumOff val="35000"/>
                </a:schemeClr>
              </a:buClr>
              <a:buSzPct val="80000"/>
              <a:buFont typeface="Arial" pitchFamily="34" charset="0"/>
              <a:buNone/>
              <a:defRPr lang="en-US" sz="1800" kern="1200" dirty="0">
                <a:solidFill>
                  <a:schemeClr val="tx1">
                    <a:lumMod val="85000"/>
                    <a:lumOff val="15000"/>
                  </a:schemeClr>
                </a:solidFill>
                <a:latin typeface="+mn-lt"/>
                <a:ea typeface="+mn-lt"/>
                <a:cs typeface="+mn-lt"/>
              </a:defRPr>
            </a:lvl1pPr>
            <a:lvl2pPr marL="365760" indent="0" algn="l" defTabSz="914400" rtl="0" eaLnBrk="1" latinLnBrk="0" hangingPunct="1">
              <a:lnSpc>
                <a:spcPct val="110000"/>
              </a:lnSpc>
              <a:spcBef>
                <a:spcPts val="1000"/>
              </a:spcBef>
              <a:buClr>
                <a:schemeClr val="tx1">
                  <a:lumMod val="65000"/>
                  <a:lumOff val="35000"/>
                </a:schemeClr>
              </a:buClr>
              <a:buSzPct val="80000"/>
              <a:buFont typeface="Arial" panose="020B0604020202020204" pitchFamily="34" charset="0"/>
              <a:buNone/>
              <a:defRPr lang="en-US" sz="1800" kern="1200" dirty="0">
                <a:solidFill>
                  <a:schemeClr val="tx1">
                    <a:lumMod val="85000"/>
                    <a:lumOff val="15000"/>
                  </a:schemeClr>
                </a:solidFill>
                <a:latin typeface="+mn-lt"/>
                <a:ea typeface="+mn-lt"/>
                <a:cs typeface="+mn-lt"/>
              </a:defRPr>
            </a:lvl2pPr>
            <a:lvl3pPr marL="594360" indent="0" algn="l" defTabSz="914400" rtl="0" eaLnBrk="1" latinLnBrk="0" hangingPunct="1">
              <a:lnSpc>
                <a:spcPct val="110000"/>
              </a:lnSpc>
              <a:spcBef>
                <a:spcPts val="600"/>
              </a:spcBef>
              <a:buClr>
                <a:schemeClr val="tx1">
                  <a:lumMod val="65000"/>
                  <a:lumOff val="35000"/>
                </a:schemeClr>
              </a:buClr>
              <a:buSzPct val="80000"/>
              <a:buFont typeface="Arial" pitchFamily="34" charset="0"/>
              <a:buNone/>
              <a:defRPr lang="en-US" sz="1800" kern="1200" dirty="0">
                <a:solidFill>
                  <a:schemeClr val="tx1">
                    <a:lumMod val="85000"/>
                    <a:lumOff val="15000"/>
                  </a:schemeClr>
                </a:solidFill>
                <a:latin typeface="+mn-lt"/>
                <a:ea typeface="+mn-lt"/>
                <a:cs typeface="+mn-lt"/>
              </a:defRPr>
            </a:lvl3pPr>
            <a:lvl4pPr marL="777240" indent="0" algn="l" defTabSz="914400" rtl="0" eaLnBrk="1" latinLnBrk="0" hangingPunct="1">
              <a:lnSpc>
                <a:spcPct val="110000"/>
              </a:lnSpc>
              <a:spcBef>
                <a:spcPts val="600"/>
              </a:spcBef>
              <a:buClr>
                <a:schemeClr val="tx1">
                  <a:lumMod val="65000"/>
                  <a:lumOff val="35000"/>
                </a:schemeClr>
              </a:buClr>
              <a:buSzPct val="80000"/>
              <a:buFont typeface="Arial" pitchFamily="34" charset="0"/>
              <a:buNone/>
              <a:defRPr lang="en-US" sz="1800" kern="1200" dirty="0">
                <a:solidFill>
                  <a:schemeClr val="tx1">
                    <a:lumMod val="85000"/>
                    <a:lumOff val="15000"/>
                  </a:schemeClr>
                </a:solidFill>
                <a:latin typeface="+mn-lt"/>
                <a:ea typeface="+mn-lt"/>
                <a:cs typeface="+mn-lt"/>
              </a:defRPr>
            </a:lvl4pPr>
            <a:lvl5pPr marL="960120" indent="0" algn="l" defTabSz="914400" rtl="0" eaLnBrk="1" latinLnBrk="0" hangingPunct="1">
              <a:lnSpc>
                <a:spcPct val="110000"/>
              </a:lnSpc>
              <a:spcBef>
                <a:spcPts val="600"/>
              </a:spcBef>
              <a:buClr>
                <a:schemeClr val="tx1">
                  <a:lumMod val="65000"/>
                  <a:lumOff val="35000"/>
                </a:schemeClr>
              </a:buClr>
              <a:buSzPct val="80000"/>
              <a:buFont typeface="Arial" pitchFamily="34" charset="0"/>
              <a:buNone/>
              <a:defRPr sz="1800" kern="1200" dirty="0">
                <a:solidFill>
                  <a:schemeClr val="tx1">
                    <a:lumMod val="85000"/>
                    <a:lumOff val="15000"/>
                  </a:schemeClr>
                </a:solidFill>
                <a:latin typeface="+mn-lt"/>
                <a:ea typeface="+mn-lt"/>
                <a:cs typeface="+mn-lt"/>
              </a:defRPr>
            </a:lvl5pPr>
            <a:lvl6pPr marL="123444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6pPr>
            <a:lvl7pPr marL="137160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7pPr>
            <a:lvl8pPr marL="150876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8pPr>
            <a:lvl9pPr marL="164592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9pPr>
          </a:lstStyle>
          <a:p>
            <a:r>
              <a:rPr lang="en-US" dirty="0"/>
              <a:t>The accuracy comparison illustrates the performance of different machine learning algorithms in classifying disasters into Hydrological, Meteorological, and Geological groups. Among the tested models, </a:t>
            </a:r>
            <a:r>
              <a:rPr lang="en-US" b="1" dirty="0"/>
              <a:t>Naïve Bayes achieved the highest accuracy (59.00%)</a:t>
            </a:r>
            <a:r>
              <a:rPr lang="en-US" dirty="0"/>
              <a:t>, while KNN variants ranged between </a:t>
            </a:r>
            <a:r>
              <a:rPr lang="en-US" b="1" dirty="0"/>
              <a:t>49.00%–52.33%</a:t>
            </a:r>
            <a:r>
              <a:rPr lang="en-US" dirty="0"/>
              <a:t>, and </a:t>
            </a:r>
            <a:r>
              <a:rPr lang="en-US" b="1" dirty="0"/>
              <a:t>Decision Tree reached 45.00%</a:t>
            </a:r>
            <a:r>
              <a:rPr lang="en-US" dirty="0"/>
              <a:t>.</a:t>
            </a:r>
            <a:endParaRPr lang="en-US" sz="1400" dirty="0"/>
          </a:p>
        </p:txBody>
      </p:sp>
    </p:spTree>
    <p:extLst>
      <p:ext uri="{BB962C8B-B14F-4D97-AF65-F5344CB8AC3E}">
        <p14:creationId xmlns:p14="http://schemas.microsoft.com/office/powerpoint/2010/main" val="2539615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520D92E-028B-5681-C48E-30514F356A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E140B3-14C5-B291-46D6-B0AFEFA7A174}"/>
              </a:ext>
            </a:extLst>
          </p:cNvPr>
          <p:cNvSpPr>
            <a:spLocks noGrp="1"/>
          </p:cNvSpPr>
          <p:nvPr>
            <p:ph type="title"/>
          </p:nvPr>
        </p:nvSpPr>
        <p:spPr>
          <a:xfrm>
            <a:off x="1293812" y="609600"/>
            <a:ext cx="7536904" cy="515144"/>
          </a:xfrm>
        </p:spPr>
        <p:txBody>
          <a:bodyPr anchor="t">
            <a:normAutofit/>
          </a:bodyPr>
          <a:lstStyle/>
          <a:p>
            <a:r>
              <a:rPr lang="en-US" dirty="0"/>
              <a:t>Visualization and Analysis</a:t>
            </a:r>
          </a:p>
        </p:txBody>
      </p:sp>
      <p:sp>
        <p:nvSpPr>
          <p:cNvPr id="14" name="Slide Number Placeholder 13">
            <a:extLst>
              <a:ext uri="{FF2B5EF4-FFF2-40B4-BE49-F238E27FC236}">
                <a16:creationId xmlns:a16="http://schemas.microsoft.com/office/drawing/2014/main" id="{691BB667-FE16-A841-32C0-B5834030B761}"/>
              </a:ext>
            </a:extLst>
          </p:cNvPr>
          <p:cNvSpPr>
            <a:spLocks noGrp="1"/>
          </p:cNvSpPr>
          <p:nvPr>
            <p:ph type="sldNum" sz="quarter" idx="12"/>
          </p:nvPr>
        </p:nvSpPr>
        <p:spPr>
          <a:xfrm>
            <a:off x="1" y="609600"/>
            <a:ext cx="760412" cy="381000"/>
          </a:xfrm>
        </p:spPr>
        <p:txBody>
          <a:bodyPr/>
          <a:lstStyle/>
          <a:p>
            <a:fld id="{AAEAE4A8-A6E5-453E-B946-FB774B73F48C}" type="slidenum">
              <a:rPr lang="en-US" smtClean="0"/>
              <a:pPr/>
              <a:t>19</a:t>
            </a:fld>
            <a:endParaRPr lang="en-US" dirty="0"/>
          </a:p>
        </p:txBody>
      </p:sp>
      <p:sp>
        <p:nvSpPr>
          <p:cNvPr id="7" name="Content Placeholder 5">
            <a:extLst>
              <a:ext uri="{FF2B5EF4-FFF2-40B4-BE49-F238E27FC236}">
                <a16:creationId xmlns:a16="http://schemas.microsoft.com/office/drawing/2014/main" id="{5DF9CBE0-AA37-CC80-5557-6FDF0A653B9F}"/>
              </a:ext>
            </a:extLst>
          </p:cNvPr>
          <p:cNvSpPr txBox="1">
            <a:spLocks/>
          </p:cNvSpPr>
          <p:nvPr/>
        </p:nvSpPr>
        <p:spPr>
          <a:xfrm>
            <a:off x="1329743" y="1268760"/>
            <a:ext cx="9265096" cy="432048"/>
          </a:xfrm>
          <a:prstGeom prst="rect">
            <a:avLst/>
          </a:prstGeom>
        </p:spPr>
        <p:txBody>
          <a:bodyPr vert="horz" lIns="91440" tIns="45720" rIns="91440" bIns="45720" rtlCol="0">
            <a:normAutofit/>
          </a:bodyPr>
          <a:lstStyle>
            <a:lvl1pPr marL="45720" indent="0" algn="l" defTabSz="914400" rtl="0" eaLnBrk="1" latinLnBrk="0" hangingPunct="1">
              <a:lnSpc>
                <a:spcPct val="110000"/>
              </a:lnSpc>
              <a:spcBef>
                <a:spcPts val="1800"/>
              </a:spcBef>
              <a:buClr>
                <a:schemeClr val="tx1">
                  <a:lumMod val="65000"/>
                  <a:lumOff val="35000"/>
                </a:schemeClr>
              </a:buClr>
              <a:buSzPct val="80000"/>
              <a:buFont typeface="Arial" pitchFamily="34" charset="0"/>
              <a:buNone/>
              <a:defRPr lang="en-US" sz="1800" kern="1200" dirty="0">
                <a:solidFill>
                  <a:schemeClr val="tx1">
                    <a:lumMod val="85000"/>
                    <a:lumOff val="15000"/>
                  </a:schemeClr>
                </a:solidFill>
                <a:latin typeface="+mn-lt"/>
                <a:ea typeface="+mn-lt"/>
                <a:cs typeface="+mn-lt"/>
              </a:defRPr>
            </a:lvl1pPr>
            <a:lvl2pPr marL="365760" indent="0" algn="l" defTabSz="914400" rtl="0" eaLnBrk="1" latinLnBrk="0" hangingPunct="1">
              <a:lnSpc>
                <a:spcPct val="110000"/>
              </a:lnSpc>
              <a:spcBef>
                <a:spcPts val="1000"/>
              </a:spcBef>
              <a:buClr>
                <a:schemeClr val="tx1">
                  <a:lumMod val="65000"/>
                  <a:lumOff val="35000"/>
                </a:schemeClr>
              </a:buClr>
              <a:buSzPct val="80000"/>
              <a:buFont typeface="Arial" panose="020B0604020202020204" pitchFamily="34" charset="0"/>
              <a:buNone/>
              <a:defRPr lang="en-US" sz="1800" kern="1200" dirty="0">
                <a:solidFill>
                  <a:schemeClr val="tx1">
                    <a:lumMod val="85000"/>
                    <a:lumOff val="15000"/>
                  </a:schemeClr>
                </a:solidFill>
                <a:latin typeface="+mn-lt"/>
                <a:ea typeface="+mn-lt"/>
                <a:cs typeface="+mn-lt"/>
              </a:defRPr>
            </a:lvl2pPr>
            <a:lvl3pPr marL="594360" indent="0" algn="l" defTabSz="914400" rtl="0" eaLnBrk="1" latinLnBrk="0" hangingPunct="1">
              <a:lnSpc>
                <a:spcPct val="110000"/>
              </a:lnSpc>
              <a:spcBef>
                <a:spcPts val="600"/>
              </a:spcBef>
              <a:buClr>
                <a:schemeClr val="tx1">
                  <a:lumMod val="65000"/>
                  <a:lumOff val="35000"/>
                </a:schemeClr>
              </a:buClr>
              <a:buSzPct val="80000"/>
              <a:buFont typeface="Arial" pitchFamily="34" charset="0"/>
              <a:buNone/>
              <a:defRPr lang="en-US" sz="1800" kern="1200" dirty="0">
                <a:solidFill>
                  <a:schemeClr val="tx1">
                    <a:lumMod val="85000"/>
                    <a:lumOff val="15000"/>
                  </a:schemeClr>
                </a:solidFill>
                <a:latin typeface="+mn-lt"/>
                <a:ea typeface="+mn-lt"/>
                <a:cs typeface="+mn-lt"/>
              </a:defRPr>
            </a:lvl3pPr>
            <a:lvl4pPr marL="777240" indent="0" algn="l" defTabSz="914400" rtl="0" eaLnBrk="1" latinLnBrk="0" hangingPunct="1">
              <a:lnSpc>
                <a:spcPct val="110000"/>
              </a:lnSpc>
              <a:spcBef>
                <a:spcPts val="600"/>
              </a:spcBef>
              <a:buClr>
                <a:schemeClr val="tx1">
                  <a:lumMod val="65000"/>
                  <a:lumOff val="35000"/>
                </a:schemeClr>
              </a:buClr>
              <a:buSzPct val="80000"/>
              <a:buFont typeface="Arial" pitchFamily="34" charset="0"/>
              <a:buNone/>
              <a:defRPr lang="en-US" sz="1800" kern="1200" dirty="0">
                <a:solidFill>
                  <a:schemeClr val="tx1">
                    <a:lumMod val="85000"/>
                    <a:lumOff val="15000"/>
                  </a:schemeClr>
                </a:solidFill>
                <a:latin typeface="+mn-lt"/>
                <a:ea typeface="+mn-lt"/>
                <a:cs typeface="+mn-lt"/>
              </a:defRPr>
            </a:lvl4pPr>
            <a:lvl5pPr marL="960120" indent="0" algn="l" defTabSz="914400" rtl="0" eaLnBrk="1" latinLnBrk="0" hangingPunct="1">
              <a:lnSpc>
                <a:spcPct val="110000"/>
              </a:lnSpc>
              <a:spcBef>
                <a:spcPts val="600"/>
              </a:spcBef>
              <a:buClr>
                <a:schemeClr val="tx1">
                  <a:lumMod val="65000"/>
                  <a:lumOff val="35000"/>
                </a:schemeClr>
              </a:buClr>
              <a:buSzPct val="80000"/>
              <a:buFont typeface="Arial" pitchFamily="34" charset="0"/>
              <a:buNone/>
              <a:defRPr sz="1800" kern="1200" dirty="0">
                <a:solidFill>
                  <a:schemeClr val="tx1">
                    <a:lumMod val="85000"/>
                    <a:lumOff val="15000"/>
                  </a:schemeClr>
                </a:solidFill>
                <a:latin typeface="+mn-lt"/>
                <a:ea typeface="+mn-lt"/>
                <a:cs typeface="+mn-lt"/>
              </a:defRPr>
            </a:lvl5pPr>
            <a:lvl6pPr marL="123444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6pPr>
            <a:lvl7pPr marL="137160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7pPr>
            <a:lvl8pPr marL="150876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8pPr>
            <a:lvl9pPr marL="164592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9pPr>
          </a:lstStyle>
          <a:p>
            <a:r>
              <a:rPr lang="en-US" sz="1500" dirty="0"/>
              <a:t>Confusion Matrix</a:t>
            </a:r>
          </a:p>
        </p:txBody>
      </p:sp>
      <p:sp>
        <p:nvSpPr>
          <p:cNvPr id="6" name="Content Placeholder 5">
            <a:extLst>
              <a:ext uri="{FF2B5EF4-FFF2-40B4-BE49-F238E27FC236}">
                <a16:creationId xmlns:a16="http://schemas.microsoft.com/office/drawing/2014/main" id="{EB4C7836-451A-3BFD-92F9-CC9ACA7E9BD2}"/>
              </a:ext>
            </a:extLst>
          </p:cNvPr>
          <p:cNvSpPr txBox="1">
            <a:spLocks/>
          </p:cNvSpPr>
          <p:nvPr/>
        </p:nvSpPr>
        <p:spPr>
          <a:xfrm>
            <a:off x="1290280" y="4437112"/>
            <a:ext cx="9556659" cy="2304256"/>
          </a:xfrm>
          <a:prstGeom prst="rect">
            <a:avLst/>
          </a:prstGeom>
        </p:spPr>
        <p:txBody>
          <a:bodyPr vert="horz" lIns="91440" tIns="45720" rIns="91440" bIns="45720" rtlCol="0">
            <a:normAutofit lnSpcReduction="10000"/>
          </a:bodyPr>
          <a:lstStyle>
            <a:lvl1pPr marL="45720" indent="0" algn="l" defTabSz="914400" rtl="0" eaLnBrk="1" latinLnBrk="0" hangingPunct="1">
              <a:lnSpc>
                <a:spcPct val="110000"/>
              </a:lnSpc>
              <a:spcBef>
                <a:spcPts val="1800"/>
              </a:spcBef>
              <a:buClr>
                <a:schemeClr val="tx1">
                  <a:lumMod val="65000"/>
                  <a:lumOff val="35000"/>
                </a:schemeClr>
              </a:buClr>
              <a:buSzPct val="80000"/>
              <a:buFont typeface="Arial" pitchFamily="34" charset="0"/>
              <a:buNone/>
              <a:defRPr lang="en-US" sz="1800" kern="1200" dirty="0">
                <a:solidFill>
                  <a:schemeClr val="tx1">
                    <a:lumMod val="85000"/>
                    <a:lumOff val="15000"/>
                  </a:schemeClr>
                </a:solidFill>
                <a:latin typeface="+mn-lt"/>
                <a:ea typeface="+mn-lt"/>
                <a:cs typeface="+mn-lt"/>
              </a:defRPr>
            </a:lvl1pPr>
            <a:lvl2pPr marL="365760" indent="0" algn="l" defTabSz="914400" rtl="0" eaLnBrk="1" latinLnBrk="0" hangingPunct="1">
              <a:lnSpc>
                <a:spcPct val="110000"/>
              </a:lnSpc>
              <a:spcBef>
                <a:spcPts val="1000"/>
              </a:spcBef>
              <a:buClr>
                <a:schemeClr val="tx1">
                  <a:lumMod val="65000"/>
                  <a:lumOff val="35000"/>
                </a:schemeClr>
              </a:buClr>
              <a:buSzPct val="80000"/>
              <a:buFont typeface="Arial" panose="020B0604020202020204" pitchFamily="34" charset="0"/>
              <a:buNone/>
              <a:defRPr lang="en-US" sz="1800" kern="1200" dirty="0">
                <a:solidFill>
                  <a:schemeClr val="tx1">
                    <a:lumMod val="85000"/>
                    <a:lumOff val="15000"/>
                  </a:schemeClr>
                </a:solidFill>
                <a:latin typeface="+mn-lt"/>
                <a:ea typeface="+mn-lt"/>
                <a:cs typeface="+mn-lt"/>
              </a:defRPr>
            </a:lvl2pPr>
            <a:lvl3pPr marL="594360" indent="0" algn="l" defTabSz="914400" rtl="0" eaLnBrk="1" latinLnBrk="0" hangingPunct="1">
              <a:lnSpc>
                <a:spcPct val="110000"/>
              </a:lnSpc>
              <a:spcBef>
                <a:spcPts val="600"/>
              </a:spcBef>
              <a:buClr>
                <a:schemeClr val="tx1">
                  <a:lumMod val="65000"/>
                  <a:lumOff val="35000"/>
                </a:schemeClr>
              </a:buClr>
              <a:buSzPct val="80000"/>
              <a:buFont typeface="Arial" pitchFamily="34" charset="0"/>
              <a:buNone/>
              <a:defRPr lang="en-US" sz="1800" kern="1200" dirty="0">
                <a:solidFill>
                  <a:schemeClr val="tx1">
                    <a:lumMod val="85000"/>
                    <a:lumOff val="15000"/>
                  </a:schemeClr>
                </a:solidFill>
                <a:latin typeface="+mn-lt"/>
                <a:ea typeface="+mn-lt"/>
                <a:cs typeface="+mn-lt"/>
              </a:defRPr>
            </a:lvl3pPr>
            <a:lvl4pPr marL="777240" indent="0" algn="l" defTabSz="914400" rtl="0" eaLnBrk="1" latinLnBrk="0" hangingPunct="1">
              <a:lnSpc>
                <a:spcPct val="110000"/>
              </a:lnSpc>
              <a:spcBef>
                <a:spcPts val="600"/>
              </a:spcBef>
              <a:buClr>
                <a:schemeClr val="tx1">
                  <a:lumMod val="65000"/>
                  <a:lumOff val="35000"/>
                </a:schemeClr>
              </a:buClr>
              <a:buSzPct val="80000"/>
              <a:buFont typeface="Arial" pitchFamily="34" charset="0"/>
              <a:buNone/>
              <a:defRPr lang="en-US" sz="1800" kern="1200" dirty="0">
                <a:solidFill>
                  <a:schemeClr val="tx1">
                    <a:lumMod val="85000"/>
                    <a:lumOff val="15000"/>
                  </a:schemeClr>
                </a:solidFill>
                <a:latin typeface="+mn-lt"/>
                <a:ea typeface="+mn-lt"/>
                <a:cs typeface="+mn-lt"/>
              </a:defRPr>
            </a:lvl4pPr>
            <a:lvl5pPr marL="960120" indent="0" algn="l" defTabSz="914400" rtl="0" eaLnBrk="1" latinLnBrk="0" hangingPunct="1">
              <a:lnSpc>
                <a:spcPct val="110000"/>
              </a:lnSpc>
              <a:spcBef>
                <a:spcPts val="600"/>
              </a:spcBef>
              <a:buClr>
                <a:schemeClr val="tx1">
                  <a:lumMod val="65000"/>
                  <a:lumOff val="35000"/>
                </a:schemeClr>
              </a:buClr>
              <a:buSzPct val="80000"/>
              <a:buFont typeface="Arial" pitchFamily="34" charset="0"/>
              <a:buNone/>
              <a:defRPr sz="1800" kern="1200" dirty="0">
                <a:solidFill>
                  <a:schemeClr val="tx1">
                    <a:lumMod val="85000"/>
                    <a:lumOff val="15000"/>
                  </a:schemeClr>
                </a:solidFill>
                <a:latin typeface="+mn-lt"/>
                <a:ea typeface="+mn-lt"/>
                <a:cs typeface="+mn-lt"/>
              </a:defRPr>
            </a:lvl5pPr>
            <a:lvl6pPr marL="123444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6pPr>
            <a:lvl7pPr marL="137160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7pPr>
            <a:lvl8pPr marL="150876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8pPr>
            <a:lvl9pPr marL="164592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9pPr>
          </a:lstStyle>
          <a:p>
            <a:pPr fontAlgn="base"/>
            <a:r>
              <a:rPr lang="en-US" sz="1400" b="1" dirty="0"/>
              <a:t>Naïve Bayes</a:t>
            </a:r>
            <a:r>
              <a:rPr lang="en-US" sz="1400" dirty="0"/>
              <a:t> → Predicted almost all samples as </a:t>
            </a:r>
            <a:r>
              <a:rPr lang="en-US" sz="1400" i="1" dirty="0"/>
              <a:t>Geological</a:t>
            </a:r>
            <a:r>
              <a:rPr lang="en-US" sz="1400" dirty="0"/>
              <a:t>, showing strong bias and poor separation of categories. This explains why its confusion matrix is heavily skewed.</a:t>
            </a:r>
          </a:p>
          <a:p>
            <a:pPr fontAlgn="base"/>
            <a:r>
              <a:rPr lang="en-US" sz="1400" b="1" dirty="0"/>
              <a:t>KNN (k=3)</a:t>
            </a:r>
            <a:r>
              <a:rPr lang="en-US" sz="1400" dirty="0"/>
              <a:t> → Distributed predictions more evenly, correctly identifying some Hydrological and Meteorological cases, but still misclassifying many into Geological. This shows KNN can capture local patterns but struggles with overlapping features.</a:t>
            </a:r>
          </a:p>
          <a:p>
            <a:pPr fontAlgn="base"/>
            <a:r>
              <a:rPr lang="en-US" sz="1400" b="1" dirty="0"/>
              <a:t>Decision Tree</a:t>
            </a:r>
            <a:r>
              <a:rPr lang="en-US" sz="1400" dirty="0"/>
              <a:t> → Achieved a more balanced classification, correctly predicting across all three groups, though misclassifications remain. Its structure allows it to split based on feature thresholds, giving clearer decision boundaries compared to Naïve Bayes.</a:t>
            </a:r>
          </a:p>
        </p:txBody>
      </p:sp>
      <p:pic>
        <p:nvPicPr>
          <p:cNvPr id="4098" name="Picture 2">
            <a:extLst>
              <a:ext uri="{FF2B5EF4-FFF2-40B4-BE49-F238E27FC236}">
                <a16:creationId xmlns:a16="http://schemas.microsoft.com/office/drawing/2014/main" id="{00C260F0-2B80-87C9-4507-C6B25AE731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7908" y="1574770"/>
            <a:ext cx="3080190" cy="2650163"/>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2BA8EBD9-A331-A8B1-6C77-F71B528C59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98268" y="1605224"/>
            <a:ext cx="3054767" cy="2624095"/>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a:extLst>
              <a:ext uri="{FF2B5EF4-FFF2-40B4-BE49-F238E27FC236}">
                <a16:creationId xmlns:a16="http://schemas.microsoft.com/office/drawing/2014/main" id="{8E104920-4130-A3B0-6377-DF4B45C258C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80176" y="1605224"/>
            <a:ext cx="2905125" cy="26197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174291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B9FF7ED-C1E3-FEC6-5888-134B6A546D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088DB1-73B6-35AA-83D3-99E431742659}"/>
              </a:ext>
            </a:extLst>
          </p:cNvPr>
          <p:cNvSpPr>
            <a:spLocks noGrp="1"/>
          </p:cNvSpPr>
          <p:nvPr>
            <p:ph type="title"/>
          </p:nvPr>
        </p:nvSpPr>
        <p:spPr>
          <a:xfrm>
            <a:off x="1293812" y="609600"/>
            <a:ext cx="7536904" cy="515144"/>
          </a:xfrm>
        </p:spPr>
        <p:txBody>
          <a:bodyPr anchor="t">
            <a:normAutofit/>
          </a:bodyPr>
          <a:lstStyle/>
          <a:p>
            <a:r>
              <a:rPr lang="en-US" dirty="0"/>
              <a:t>Visualization and Analysis</a:t>
            </a:r>
          </a:p>
        </p:txBody>
      </p:sp>
      <p:sp>
        <p:nvSpPr>
          <p:cNvPr id="14" name="Slide Number Placeholder 13">
            <a:extLst>
              <a:ext uri="{FF2B5EF4-FFF2-40B4-BE49-F238E27FC236}">
                <a16:creationId xmlns:a16="http://schemas.microsoft.com/office/drawing/2014/main" id="{4B15CCB0-5271-062C-0052-D6CF17E058DA}"/>
              </a:ext>
            </a:extLst>
          </p:cNvPr>
          <p:cNvSpPr>
            <a:spLocks noGrp="1"/>
          </p:cNvSpPr>
          <p:nvPr>
            <p:ph type="sldNum" sz="quarter" idx="12"/>
          </p:nvPr>
        </p:nvSpPr>
        <p:spPr>
          <a:xfrm>
            <a:off x="1" y="609600"/>
            <a:ext cx="760412" cy="381000"/>
          </a:xfrm>
        </p:spPr>
        <p:txBody>
          <a:bodyPr/>
          <a:lstStyle/>
          <a:p>
            <a:fld id="{AAEAE4A8-A6E5-453E-B946-FB774B73F48C}" type="slidenum">
              <a:rPr lang="en-US" smtClean="0"/>
              <a:pPr/>
              <a:t>20</a:t>
            </a:fld>
            <a:endParaRPr lang="en-US" dirty="0"/>
          </a:p>
        </p:txBody>
      </p:sp>
      <p:sp>
        <p:nvSpPr>
          <p:cNvPr id="7" name="Content Placeholder 5">
            <a:extLst>
              <a:ext uri="{FF2B5EF4-FFF2-40B4-BE49-F238E27FC236}">
                <a16:creationId xmlns:a16="http://schemas.microsoft.com/office/drawing/2014/main" id="{D73678D8-2D09-1D05-75C4-068BB9439AE7}"/>
              </a:ext>
            </a:extLst>
          </p:cNvPr>
          <p:cNvSpPr txBox="1">
            <a:spLocks/>
          </p:cNvSpPr>
          <p:nvPr/>
        </p:nvSpPr>
        <p:spPr>
          <a:xfrm>
            <a:off x="1329743" y="1268760"/>
            <a:ext cx="9265096" cy="432048"/>
          </a:xfrm>
          <a:prstGeom prst="rect">
            <a:avLst/>
          </a:prstGeom>
        </p:spPr>
        <p:txBody>
          <a:bodyPr vert="horz" lIns="91440" tIns="45720" rIns="91440" bIns="45720" rtlCol="0">
            <a:normAutofit/>
          </a:bodyPr>
          <a:lstStyle>
            <a:lvl1pPr marL="45720" indent="0" algn="l" defTabSz="914400" rtl="0" eaLnBrk="1" latinLnBrk="0" hangingPunct="1">
              <a:lnSpc>
                <a:spcPct val="110000"/>
              </a:lnSpc>
              <a:spcBef>
                <a:spcPts val="1800"/>
              </a:spcBef>
              <a:buClr>
                <a:schemeClr val="tx1">
                  <a:lumMod val="65000"/>
                  <a:lumOff val="35000"/>
                </a:schemeClr>
              </a:buClr>
              <a:buSzPct val="80000"/>
              <a:buFont typeface="Arial" pitchFamily="34" charset="0"/>
              <a:buNone/>
              <a:defRPr lang="en-US" sz="1800" kern="1200" dirty="0">
                <a:solidFill>
                  <a:schemeClr val="tx1">
                    <a:lumMod val="85000"/>
                    <a:lumOff val="15000"/>
                  </a:schemeClr>
                </a:solidFill>
                <a:latin typeface="+mn-lt"/>
                <a:ea typeface="+mn-lt"/>
                <a:cs typeface="+mn-lt"/>
              </a:defRPr>
            </a:lvl1pPr>
            <a:lvl2pPr marL="365760" indent="0" algn="l" defTabSz="914400" rtl="0" eaLnBrk="1" latinLnBrk="0" hangingPunct="1">
              <a:lnSpc>
                <a:spcPct val="110000"/>
              </a:lnSpc>
              <a:spcBef>
                <a:spcPts val="1000"/>
              </a:spcBef>
              <a:buClr>
                <a:schemeClr val="tx1">
                  <a:lumMod val="65000"/>
                  <a:lumOff val="35000"/>
                </a:schemeClr>
              </a:buClr>
              <a:buSzPct val="80000"/>
              <a:buFont typeface="Arial" panose="020B0604020202020204" pitchFamily="34" charset="0"/>
              <a:buNone/>
              <a:defRPr lang="en-US" sz="1800" kern="1200" dirty="0">
                <a:solidFill>
                  <a:schemeClr val="tx1">
                    <a:lumMod val="85000"/>
                    <a:lumOff val="15000"/>
                  </a:schemeClr>
                </a:solidFill>
                <a:latin typeface="+mn-lt"/>
                <a:ea typeface="+mn-lt"/>
                <a:cs typeface="+mn-lt"/>
              </a:defRPr>
            </a:lvl2pPr>
            <a:lvl3pPr marL="594360" indent="0" algn="l" defTabSz="914400" rtl="0" eaLnBrk="1" latinLnBrk="0" hangingPunct="1">
              <a:lnSpc>
                <a:spcPct val="110000"/>
              </a:lnSpc>
              <a:spcBef>
                <a:spcPts val="600"/>
              </a:spcBef>
              <a:buClr>
                <a:schemeClr val="tx1">
                  <a:lumMod val="65000"/>
                  <a:lumOff val="35000"/>
                </a:schemeClr>
              </a:buClr>
              <a:buSzPct val="80000"/>
              <a:buFont typeface="Arial" pitchFamily="34" charset="0"/>
              <a:buNone/>
              <a:defRPr lang="en-US" sz="1800" kern="1200" dirty="0">
                <a:solidFill>
                  <a:schemeClr val="tx1">
                    <a:lumMod val="85000"/>
                    <a:lumOff val="15000"/>
                  </a:schemeClr>
                </a:solidFill>
                <a:latin typeface="+mn-lt"/>
                <a:ea typeface="+mn-lt"/>
                <a:cs typeface="+mn-lt"/>
              </a:defRPr>
            </a:lvl3pPr>
            <a:lvl4pPr marL="777240" indent="0" algn="l" defTabSz="914400" rtl="0" eaLnBrk="1" latinLnBrk="0" hangingPunct="1">
              <a:lnSpc>
                <a:spcPct val="110000"/>
              </a:lnSpc>
              <a:spcBef>
                <a:spcPts val="600"/>
              </a:spcBef>
              <a:buClr>
                <a:schemeClr val="tx1">
                  <a:lumMod val="65000"/>
                  <a:lumOff val="35000"/>
                </a:schemeClr>
              </a:buClr>
              <a:buSzPct val="80000"/>
              <a:buFont typeface="Arial" pitchFamily="34" charset="0"/>
              <a:buNone/>
              <a:defRPr lang="en-US" sz="1800" kern="1200" dirty="0">
                <a:solidFill>
                  <a:schemeClr val="tx1">
                    <a:lumMod val="85000"/>
                    <a:lumOff val="15000"/>
                  </a:schemeClr>
                </a:solidFill>
                <a:latin typeface="+mn-lt"/>
                <a:ea typeface="+mn-lt"/>
                <a:cs typeface="+mn-lt"/>
              </a:defRPr>
            </a:lvl4pPr>
            <a:lvl5pPr marL="960120" indent="0" algn="l" defTabSz="914400" rtl="0" eaLnBrk="1" latinLnBrk="0" hangingPunct="1">
              <a:lnSpc>
                <a:spcPct val="110000"/>
              </a:lnSpc>
              <a:spcBef>
                <a:spcPts val="600"/>
              </a:spcBef>
              <a:buClr>
                <a:schemeClr val="tx1">
                  <a:lumMod val="65000"/>
                  <a:lumOff val="35000"/>
                </a:schemeClr>
              </a:buClr>
              <a:buSzPct val="80000"/>
              <a:buFont typeface="Arial" pitchFamily="34" charset="0"/>
              <a:buNone/>
              <a:defRPr sz="1800" kern="1200" dirty="0">
                <a:solidFill>
                  <a:schemeClr val="tx1">
                    <a:lumMod val="85000"/>
                    <a:lumOff val="15000"/>
                  </a:schemeClr>
                </a:solidFill>
                <a:latin typeface="+mn-lt"/>
                <a:ea typeface="+mn-lt"/>
                <a:cs typeface="+mn-lt"/>
              </a:defRPr>
            </a:lvl5pPr>
            <a:lvl6pPr marL="123444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6pPr>
            <a:lvl7pPr marL="137160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7pPr>
            <a:lvl8pPr marL="150876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8pPr>
            <a:lvl9pPr marL="164592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9pPr>
          </a:lstStyle>
          <a:p>
            <a:r>
              <a:rPr lang="en-US" sz="1500" dirty="0"/>
              <a:t>Class Distribution Chart</a:t>
            </a:r>
          </a:p>
        </p:txBody>
      </p:sp>
      <p:sp>
        <p:nvSpPr>
          <p:cNvPr id="6" name="Content Placeholder 5">
            <a:extLst>
              <a:ext uri="{FF2B5EF4-FFF2-40B4-BE49-F238E27FC236}">
                <a16:creationId xmlns:a16="http://schemas.microsoft.com/office/drawing/2014/main" id="{A300C2BE-0FC0-F0B5-C287-312E86B60394}"/>
              </a:ext>
            </a:extLst>
          </p:cNvPr>
          <p:cNvSpPr txBox="1">
            <a:spLocks/>
          </p:cNvSpPr>
          <p:nvPr/>
        </p:nvSpPr>
        <p:spPr>
          <a:xfrm>
            <a:off x="1329743" y="5049180"/>
            <a:ext cx="9517196" cy="648072"/>
          </a:xfrm>
          <a:prstGeom prst="rect">
            <a:avLst/>
          </a:prstGeom>
        </p:spPr>
        <p:txBody>
          <a:bodyPr vert="horz" lIns="91440" tIns="45720" rIns="91440" bIns="45720" rtlCol="0">
            <a:normAutofit/>
          </a:bodyPr>
          <a:lstStyle>
            <a:lvl1pPr marL="45720" indent="0" algn="l" defTabSz="914400" rtl="0" eaLnBrk="1" latinLnBrk="0" hangingPunct="1">
              <a:lnSpc>
                <a:spcPct val="110000"/>
              </a:lnSpc>
              <a:spcBef>
                <a:spcPts val="1800"/>
              </a:spcBef>
              <a:buClr>
                <a:schemeClr val="tx1">
                  <a:lumMod val="65000"/>
                  <a:lumOff val="35000"/>
                </a:schemeClr>
              </a:buClr>
              <a:buSzPct val="80000"/>
              <a:buFont typeface="Arial" pitchFamily="34" charset="0"/>
              <a:buNone/>
              <a:defRPr lang="en-US" sz="1800" kern="1200" dirty="0">
                <a:solidFill>
                  <a:schemeClr val="tx1">
                    <a:lumMod val="85000"/>
                    <a:lumOff val="15000"/>
                  </a:schemeClr>
                </a:solidFill>
                <a:latin typeface="+mn-lt"/>
                <a:ea typeface="+mn-lt"/>
                <a:cs typeface="+mn-lt"/>
              </a:defRPr>
            </a:lvl1pPr>
            <a:lvl2pPr marL="365760" indent="0" algn="l" defTabSz="914400" rtl="0" eaLnBrk="1" latinLnBrk="0" hangingPunct="1">
              <a:lnSpc>
                <a:spcPct val="110000"/>
              </a:lnSpc>
              <a:spcBef>
                <a:spcPts val="1000"/>
              </a:spcBef>
              <a:buClr>
                <a:schemeClr val="tx1">
                  <a:lumMod val="65000"/>
                  <a:lumOff val="35000"/>
                </a:schemeClr>
              </a:buClr>
              <a:buSzPct val="80000"/>
              <a:buFont typeface="Arial" panose="020B0604020202020204" pitchFamily="34" charset="0"/>
              <a:buNone/>
              <a:defRPr lang="en-US" sz="1800" kern="1200" dirty="0">
                <a:solidFill>
                  <a:schemeClr val="tx1">
                    <a:lumMod val="85000"/>
                    <a:lumOff val="15000"/>
                  </a:schemeClr>
                </a:solidFill>
                <a:latin typeface="+mn-lt"/>
                <a:ea typeface="+mn-lt"/>
                <a:cs typeface="+mn-lt"/>
              </a:defRPr>
            </a:lvl2pPr>
            <a:lvl3pPr marL="594360" indent="0" algn="l" defTabSz="914400" rtl="0" eaLnBrk="1" latinLnBrk="0" hangingPunct="1">
              <a:lnSpc>
                <a:spcPct val="110000"/>
              </a:lnSpc>
              <a:spcBef>
                <a:spcPts val="600"/>
              </a:spcBef>
              <a:buClr>
                <a:schemeClr val="tx1">
                  <a:lumMod val="65000"/>
                  <a:lumOff val="35000"/>
                </a:schemeClr>
              </a:buClr>
              <a:buSzPct val="80000"/>
              <a:buFont typeface="Arial" pitchFamily="34" charset="0"/>
              <a:buNone/>
              <a:defRPr lang="en-US" sz="1800" kern="1200" dirty="0">
                <a:solidFill>
                  <a:schemeClr val="tx1">
                    <a:lumMod val="85000"/>
                    <a:lumOff val="15000"/>
                  </a:schemeClr>
                </a:solidFill>
                <a:latin typeface="+mn-lt"/>
                <a:ea typeface="+mn-lt"/>
                <a:cs typeface="+mn-lt"/>
              </a:defRPr>
            </a:lvl3pPr>
            <a:lvl4pPr marL="777240" indent="0" algn="l" defTabSz="914400" rtl="0" eaLnBrk="1" latinLnBrk="0" hangingPunct="1">
              <a:lnSpc>
                <a:spcPct val="110000"/>
              </a:lnSpc>
              <a:spcBef>
                <a:spcPts val="600"/>
              </a:spcBef>
              <a:buClr>
                <a:schemeClr val="tx1">
                  <a:lumMod val="65000"/>
                  <a:lumOff val="35000"/>
                </a:schemeClr>
              </a:buClr>
              <a:buSzPct val="80000"/>
              <a:buFont typeface="Arial" pitchFamily="34" charset="0"/>
              <a:buNone/>
              <a:defRPr lang="en-US" sz="1800" kern="1200" dirty="0">
                <a:solidFill>
                  <a:schemeClr val="tx1">
                    <a:lumMod val="85000"/>
                    <a:lumOff val="15000"/>
                  </a:schemeClr>
                </a:solidFill>
                <a:latin typeface="+mn-lt"/>
                <a:ea typeface="+mn-lt"/>
                <a:cs typeface="+mn-lt"/>
              </a:defRPr>
            </a:lvl4pPr>
            <a:lvl5pPr marL="960120" indent="0" algn="l" defTabSz="914400" rtl="0" eaLnBrk="1" latinLnBrk="0" hangingPunct="1">
              <a:lnSpc>
                <a:spcPct val="110000"/>
              </a:lnSpc>
              <a:spcBef>
                <a:spcPts val="600"/>
              </a:spcBef>
              <a:buClr>
                <a:schemeClr val="tx1">
                  <a:lumMod val="65000"/>
                  <a:lumOff val="35000"/>
                </a:schemeClr>
              </a:buClr>
              <a:buSzPct val="80000"/>
              <a:buFont typeface="Arial" pitchFamily="34" charset="0"/>
              <a:buNone/>
              <a:defRPr sz="1800" kern="1200" dirty="0">
                <a:solidFill>
                  <a:schemeClr val="tx1">
                    <a:lumMod val="85000"/>
                    <a:lumOff val="15000"/>
                  </a:schemeClr>
                </a:solidFill>
                <a:latin typeface="+mn-lt"/>
                <a:ea typeface="+mn-lt"/>
                <a:cs typeface="+mn-lt"/>
              </a:defRPr>
            </a:lvl5pPr>
            <a:lvl6pPr marL="123444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6pPr>
            <a:lvl7pPr marL="137160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7pPr>
            <a:lvl8pPr marL="150876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8pPr>
            <a:lvl9pPr marL="164592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9pPr>
          </a:lstStyle>
          <a:p>
            <a:pPr fontAlgn="base"/>
            <a:r>
              <a:rPr lang="en-US" sz="1400" dirty="0"/>
              <a:t>The class distribution chart shows that the dataset is </a:t>
            </a:r>
            <a:r>
              <a:rPr lang="en-US" sz="1400" b="1" dirty="0"/>
              <a:t>imbalanced</a:t>
            </a:r>
            <a:r>
              <a:rPr lang="en-US" sz="1400" dirty="0"/>
              <a:t>, with </a:t>
            </a:r>
            <a:r>
              <a:rPr lang="en-US" sz="1400" b="1" dirty="0"/>
              <a:t>Geological disasters (588 samples)</a:t>
            </a:r>
            <a:r>
              <a:rPr lang="en-US" sz="1400" dirty="0"/>
              <a:t> being the most frequent, followed by </a:t>
            </a:r>
            <a:r>
              <a:rPr lang="en-US" sz="1400" b="1" dirty="0"/>
              <a:t>Hydrological (288 samples)</a:t>
            </a:r>
            <a:r>
              <a:rPr lang="en-US" sz="1400" dirty="0"/>
              <a:t> and </a:t>
            </a:r>
            <a:r>
              <a:rPr lang="en-US" sz="1400" b="1" dirty="0"/>
              <a:t>Meteorological (124 samples)</a:t>
            </a:r>
            <a:r>
              <a:rPr lang="en-US" sz="1400" dirty="0"/>
              <a:t>. </a:t>
            </a:r>
            <a:endParaRPr lang="en-US" sz="1100" dirty="0"/>
          </a:p>
        </p:txBody>
      </p:sp>
      <p:pic>
        <p:nvPicPr>
          <p:cNvPr id="5122" name="Picture 2">
            <a:extLst>
              <a:ext uri="{FF2B5EF4-FFF2-40B4-BE49-F238E27FC236}">
                <a16:creationId xmlns:a16="http://schemas.microsoft.com/office/drawing/2014/main" id="{A612AE7C-A48E-D6B3-103C-7611B6219E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86100" y="1700808"/>
            <a:ext cx="4276725" cy="3095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425616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409C0DE-CD52-DCD7-9824-C1CA5B467A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2D80C2-2807-167B-C3DE-6826E2B410CE}"/>
              </a:ext>
            </a:extLst>
          </p:cNvPr>
          <p:cNvSpPr>
            <a:spLocks noGrp="1"/>
          </p:cNvSpPr>
          <p:nvPr>
            <p:ph type="title"/>
          </p:nvPr>
        </p:nvSpPr>
        <p:spPr>
          <a:xfrm>
            <a:off x="1293812" y="609600"/>
            <a:ext cx="7536904" cy="515144"/>
          </a:xfrm>
        </p:spPr>
        <p:txBody>
          <a:bodyPr anchor="t">
            <a:normAutofit/>
          </a:bodyPr>
          <a:lstStyle/>
          <a:p>
            <a:r>
              <a:rPr lang="en-US" dirty="0"/>
              <a:t>Visualization and Analysis</a:t>
            </a:r>
          </a:p>
        </p:txBody>
      </p:sp>
      <p:sp>
        <p:nvSpPr>
          <p:cNvPr id="14" name="Slide Number Placeholder 13">
            <a:extLst>
              <a:ext uri="{FF2B5EF4-FFF2-40B4-BE49-F238E27FC236}">
                <a16:creationId xmlns:a16="http://schemas.microsoft.com/office/drawing/2014/main" id="{832893D9-D584-5CFA-0E42-40F5B547A7A2}"/>
              </a:ext>
            </a:extLst>
          </p:cNvPr>
          <p:cNvSpPr>
            <a:spLocks noGrp="1"/>
          </p:cNvSpPr>
          <p:nvPr>
            <p:ph type="sldNum" sz="quarter" idx="12"/>
          </p:nvPr>
        </p:nvSpPr>
        <p:spPr>
          <a:xfrm>
            <a:off x="1" y="609600"/>
            <a:ext cx="760412" cy="381000"/>
          </a:xfrm>
        </p:spPr>
        <p:txBody>
          <a:bodyPr/>
          <a:lstStyle/>
          <a:p>
            <a:fld id="{AAEAE4A8-A6E5-453E-B946-FB774B73F48C}" type="slidenum">
              <a:rPr lang="en-US" smtClean="0"/>
              <a:pPr/>
              <a:t>21</a:t>
            </a:fld>
            <a:endParaRPr lang="en-US" dirty="0"/>
          </a:p>
        </p:txBody>
      </p:sp>
      <p:sp>
        <p:nvSpPr>
          <p:cNvPr id="7" name="Content Placeholder 5">
            <a:extLst>
              <a:ext uri="{FF2B5EF4-FFF2-40B4-BE49-F238E27FC236}">
                <a16:creationId xmlns:a16="http://schemas.microsoft.com/office/drawing/2014/main" id="{2C46E2EE-1022-1643-4DB6-39B347FFEC17}"/>
              </a:ext>
            </a:extLst>
          </p:cNvPr>
          <p:cNvSpPr txBox="1">
            <a:spLocks/>
          </p:cNvSpPr>
          <p:nvPr/>
        </p:nvSpPr>
        <p:spPr>
          <a:xfrm>
            <a:off x="1329743" y="1268760"/>
            <a:ext cx="9265096" cy="432048"/>
          </a:xfrm>
          <a:prstGeom prst="rect">
            <a:avLst/>
          </a:prstGeom>
        </p:spPr>
        <p:txBody>
          <a:bodyPr vert="horz" lIns="91440" tIns="45720" rIns="91440" bIns="45720" rtlCol="0">
            <a:normAutofit/>
          </a:bodyPr>
          <a:lstStyle>
            <a:lvl1pPr marL="45720" indent="0" algn="l" defTabSz="914400" rtl="0" eaLnBrk="1" latinLnBrk="0" hangingPunct="1">
              <a:lnSpc>
                <a:spcPct val="110000"/>
              </a:lnSpc>
              <a:spcBef>
                <a:spcPts val="1800"/>
              </a:spcBef>
              <a:buClr>
                <a:schemeClr val="tx1">
                  <a:lumMod val="65000"/>
                  <a:lumOff val="35000"/>
                </a:schemeClr>
              </a:buClr>
              <a:buSzPct val="80000"/>
              <a:buFont typeface="Arial" pitchFamily="34" charset="0"/>
              <a:buNone/>
              <a:defRPr lang="en-US" sz="1800" kern="1200" dirty="0">
                <a:solidFill>
                  <a:schemeClr val="tx1">
                    <a:lumMod val="85000"/>
                    <a:lumOff val="15000"/>
                  </a:schemeClr>
                </a:solidFill>
                <a:latin typeface="+mn-lt"/>
                <a:ea typeface="+mn-lt"/>
                <a:cs typeface="+mn-lt"/>
              </a:defRPr>
            </a:lvl1pPr>
            <a:lvl2pPr marL="365760" indent="0" algn="l" defTabSz="914400" rtl="0" eaLnBrk="1" latinLnBrk="0" hangingPunct="1">
              <a:lnSpc>
                <a:spcPct val="110000"/>
              </a:lnSpc>
              <a:spcBef>
                <a:spcPts val="1000"/>
              </a:spcBef>
              <a:buClr>
                <a:schemeClr val="tx1">
                  <a:lumMod val="65000"/>
                  <a:lumOff val="35000"/>
                </a:schemeClr>
              </a:buClr>
              <a:buSzPct val="80000"/>
              <a:buFont typeface="Arial" panose="020B0604020202020204" pitchFamily="34" charset="0"/>
              <a:buNone/>
              <a:defRPr lang="en-US" sz="1800" kern="1200" dirty="0">
                <a:solidFill>
                  <a:schemeClr val="tx1">
                    <a:lumMod val="85000"/>
                    <a:lumOff val="15000"/>
                  </a:schemeClr>
                </a:solidFill>
                <a:latin typeface="+mn-lt"/>
                <a:ea typeface="+mn-lt"/>
                <a:cs typeface="+mn-lt"/>
              </a:defRPr>
            </a:lvl2pPr>
            <a:lvl3pPr marL="594360" indent="0" algn="l" defTabSz="914400" rtl="0" eaLnBrk="1" latinLnBrk="0" hangingPunct="1">
              <a:lnSpc>
                <a:spcPct val="110000"/>
              </a:lnSpc>
              <a:spcBef>
                <a:spcPts val="600"/>
              </a:spcBef>
              <a:buClr>
                <a:schemeClr val="tx1">
                  <a:lumMod val="65000"/>
                  <a:lumOff val="35000"/>
                </a:schemeClr>
              </a:buClr>
              <a:buSzPct val="80000"/>
              <a:buFont typeface="Arial" pitchFamily="34" charset="0"/>
              <a:buNone/>
              <a:defRPr lang="en-US" sz="1800" kern="1200" dirty="0">
                <a:solidFill>
                  <a:schemeClr val="tx1">
                    <a:lumMod val="85000"/>
                    <a:lumOff val="15000"/>
                  </a:schemeClr>
                </a:solidFill>
                <a:latin typeface="+mn-lt"/>
                <a:ea typeface="+mn-lt"/>
                <a:cs typeface="+mn-lt"/>
              </a:defRPr>
            </a:lvl3pPr>
            <a:lvl4pPr marL="777240" indent="0" algn="l" defTabSz="914400" rtl="0" eaLnBrk="1" latinLnBrk="0" hangingPunct="1">
              <a:lnSpc>
                <a:spcPct val="110000"/>
              </a:lnSpc>
              <a:spcBef>
                <a:spcPts val="600"/>
              </a:spcBef>
              <a:buClr>
                <a:schemeClr val="tx1">
                  <a:lumMod val="65000"/>
                  <a:lumOff val="35000"/>
                </a:schemeClr>
              </a:buClr>
              <a:buSzPct val="80000"/>
              <a:buFont typeface="Arial" pitchFamily="34" charset="0"/>
              <a:buNone/>
              <a:defRPr lang="en-US" sz="1800" kern="1200" dirty="0">
                <a:solidFill>
                  <a:schemeClr val="tx1">
                    <a:lumMod val="85000"/>
                    <a:lumOff val="15000"/>
                  </a:schemeClr>
                </a:solidFill>
                <a:latin typeface="+mn-lt"/>
                <a:ea typeface="+mn-lt"/>
                <a:cs typeface="+mn-lt"/>
              </a:defRPr>
            </a:lvl4pPr>
            <a:lvl5pPr marL="960120" indent="0" algn="l" defTabSz="914400" rtl="0" eaLnBrk="1" latinLnBrk="0" hangingPunct="1">
              <a:lnSpc>
                <a:spcPct val="110000"/>
              </a:lnSpc>
              <a:spcBef>
                <a:spcPts val="600"/>
              </a:spcBef>
              <a:buClr>
                <a:schemeClr val="tx1">
                  <a:lumMod val="65000"/>
                  <a:lumOff val="35000"/>
                </a:schemeClr>
              </a:buClr>
              <a:buSzPct val="80000"/>
              <a:buFont typeface="Arial" pitchFamily="34" charset="0"/>
              <a:buNone/>
              <a:defRPr sz="1800" kern="1200" dirty="0">
                <a:solidFill>
                  <a:schemeClr val="tx1">
                    <a:lumMod val="85000"/>
                    <a:lumOff val="15000"/>
                  </a:schemeClr>
                </a:solidFill>
                <a:latin typeface="+mn-lt"/>
                <a:ea typeface="+mn-lt"/>
                <a:cs typeface="+mn-lt"/>
              </a:defRPr>
            </a:lvl5pPr>
            <a:lvl6pPr marL="123444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6pPr>
            <a:lvl7pPr marL="137160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7pPr>
            <a:lvl8pPr marL="150876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8pPr>
            <a:lvl9pPr marL="164592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9pPr>
          </a:lstStyle>
          <a:p>
            <a:r>
              <a:rPr lang="en-US" sz="1500" dirty="0"/>
              <a:t>Feature Importance (Decision Tree)</a:t>
            </a:r>
          </a:p>
        </p:txBody>
      </p:sp>
      <p:sp>
        <p:nvSpPr>
          <p:cNvPr id="6" name="Content Placeholder 5">
            <a:extLst>
              <a:ext uri="{FF2B5EF4-FFF2-40B4-BE49-F238E27FC236}">
                <a16:creationId xmlns:a16="http://schemas.microsoft.com/office/drawing/2014/main" id="{7F112242-AEC8-0425-6F0F-33EFE8E6633F}"/>
              </a:ext>
            </a:extLst>
          </p:cNvPr>
          <p:cNvSpPr txBox="1">
            <a:spLocks/>
          </p:cNvSpPr>
          <p:nvPr/>
        </p:nvSpPr>
        <p:spPr>
          <a:xfrm>
            <a:off x="1335814" y="5265204"/>
            <a:ext cx="9517196" cy="648072"/>
          </a:xfrm>
          <a:prstGeom prst="rect">
            <a:avLst/>
          </a:prstGeom>
        </p:spPr>
        <p:txBody>
          <a:bodyPr vert="horz" lIns="91440" tIns="45720" rIns="91440" bIns="45720" rtlCol="0">
            <a:noAutofit/>
          </a:bodyPr>
          <a:lstStyle>
            <a:lvl1pPr marL="45720" indent="0" algn="l" defTabSz="914400" rtl="0" eaLnBrk="1" latinLnBrk="0" hangingPunct="1">
              <a:lnSpc>
                <a:spcPct val="110000"/>
              </a:lnSpc>
              <a:spcBef>
                <a:spcPts val="1800"/>
              </a:spcBef>
              <a:buClr>
                <a:schemeClr val="tx1">
                  <a:lumMod val="65000"/>
                  <a:lumOff val="35000"/>
                </a:schemeClr>
              </a:buClr>
              <a:buSzPct val="80000"/>
              <a:buFont typeface="Arial" pitchFamily="34" charset="0"/>
              <a:buNone/>
              <a:defRPr lang="en-US" sz="1800" kern="1200" dirty="0">
                <a:solidFill>
                  <a:schemeClr val="tx1">
                    <a:lumMod val="85000"/>
                    <a:lumOff val="15000"/>
                  </a:schemeClr>
                </a:solidFill>
                <a:latin typeface="+mn-lt"/>
                <a:ea typeface="+mn-lt"/>
                <a:cs typeface="+mn-lt"/>
              </a:defRPr>
            </a:lvl1pPr>
            <a:lvl2pPr marL="365760" indent="0" algn="l" defTabSz="914400" rtl="0" eaLnBrk="1" latinLnBrk="0" hangingPunct="1">
              <a:lnSpc>
                <a:spcPct val="110000"/>
              </a:lnSpc>
              <a:spcBef>
                <a:spcPts val="1000"/>
              </a:spcBef>
              <a:buClr>
                <a:schemeClr val="tx1">
                  <a:lumMod val="65000"/>
                  <a:lumOff val="35000"/>
                </a:schemeClr>
              </a:buClr>
              <a:buSzPct val="80000"/>
              <a:buFont typeface="Arial" panose="020B0604020202020204" pitchFamily="34" charset="0"/>
              <a:buNone/>
              <a:defRPr lang="en-US" sz="1800" kern="1200" dirty="0">
                <a:solidFill>
                  <a:schemeClr val="tx1">
                    <a:lumMod val="85000"/>
                    <a:lumOff val="15000"/>
                  </a:schemeClr>
                </a:solidFill>
                <a:latin typeface="+mn-lt"/>
                <a:ea typeface="+mn-lt"/>
                <a:cs typeface="+mn-lt"/>
              </a:defRPr>
            </a:lvl2pPr>
            <a:lvl3pPr marL="594360" indent="0" algn="l" defTabSz="914400" rtl="0" eaLnBrk="1" latinLnBrk="0" hangingPunct="1">
              <a:lnSpc>
                <a:spcPct val="110000"/>
              </a:lnSpc>
              <a:spcBef>
                <a:spcPts val="600"/>
              </a:spcBef>
              <a:buClr>
                <a:schemeClr val="tx1">
                  <a:lumMod val="65000"/>
                  <a:lumOff val="35000"/>
                </a:schemeClr>
              </a:buClr>
              <a:buSzPct val="80000"/>
              <a:buFont typeface="Arial" pitchFamily="34" charset="0"/>
              <a:buNone/>
              <a:defRPr lang="en-US" sz="1800" kern="1200" dirty="0">
                <a:solidFill>
                  <a:schemeClr val="tx1">
                    <a:lumMod val="85000"/>
                    <a:lumOff val="15000"/>
                  </a:schemeClr>
                </a:solidFill>
                <a:latin typeface="+mn-lt"/>
                <a:ea typeface="+mn-lt"/>
                <a:cs typeface="+mn-lt"/>
              </a:defRPr>
            </a:lvl3pPr>
            <a:lvl4pPr marL="777240" indent="0" algn="l" defTabSz="914400" rtl="0" eaLnBrk="1" latinLnBrk="0" hangingPunct="1">
              <a:lnSpc>
                <a:spcPct val="110000"/>
              </a:lnSpc>
              <a:spcBef>
                <a:spcPts val="600"/>
              </a:spcBef>
              <a:buClr>
                <a:schemeClr val="tx1">
                  <a:lumMod val="65000"/>
                  <a:lumOff val="35000"/>
                </a:schemeClr>
              </a:buClr>
              <a:buSzPct val="80000"/>
              <a:buFont typeface="Arial" pitchFamily="34" charset="0"/>
              <a:buNone/>
              <a:defRPr lang="en-US" sz="1800" kern="1200" dirty="0">
                <a:solidFill>
                  <a:schemeClr val="tx1">
                    <a:lumMod val="85000"/>
                    <a:lumOff val="15000"/>
                  </a:schemeClr>
                </a:solidFill>
                <a:latin typeface="+mn-lt"/>
                <a:ea typeface="+mn-lt"/>
                <a:cs typeface="+mn-lt"/>
              </a:defRPr>
            </a:lvl4pPr>
            <a:lvl5pPr marL="960120" indent="0" algn="l" defTabSz="914400" rtl="0" eaLnBrk="1" latinLnBrk="0" hangingPunct="1">
              <a:lnSpc>
                <a:spcPct val="110000"/>
              </a:lnSpc>
              <a:spcBef>
                <a:spcPts val="600"/>
              </a:spcBef>
              <a:buClr>
                <a:schemeClr val="tx1">
                  <a:lumMod val="65000"/>
                  <a:lumOff val="35000"/>
                </a:schemeClr>
              </a:buClr>
              <a:buSzPct val="80000"/>
              <a:buFont typeface="Arial" pitchFamily="34" charset="0"/>
              <a:buNone/>
              <a:defRPr sz="1800" kern="1200" dirty="0">
                <a:solidFill>
                  <a:schemeClr val="tx1">
                    <a:lumMod val="85000"/>
                    <a:lumOff val="15000"/>
                  </a:schemeClr>
                </a:solidFill>
                <a:latin typeface="+mn-lt"/>
                <a:ea typeface="+mn-lt"/>
                <a:cs typeface="+mn-lt"/>
              </a:defRPr>
            </a:lvl5pPr>
            <a:lvl6pPr marL="123444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6pPr>
            <a:lvl7pPr marL="137160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7pPr>
            <a:lvl8pPr marL="150876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8pPr>
            <a:lvl9pPr marL="164592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9pPr>
          </a:lstStyle>
          <a:p>
            <a:pPr fontAlgn="base"/>
            <a:r>
              <a:rPr lang="en-US" sz="1400" dirty="0"/>
              <a:t>The feature importance chart shows that </a:t>
            </a:r>
            <a:r>
              <a:rPr lang="en-US" sz="1400" b="1" dirty="0"/>
              <a:t>Rainfall (Disaster)</a:t>
            </a:r>
            <a:r>
              <a:rPr lang="en-US" sz="1400" dirty="0"/>
              <a:t>, </a:t>
            </a:r>
            <a:r>
              <a:rPr lang="en-US" sz="1400" b="1" dirty="0"/>
              <a:t>Disaster Severity</a:t>
            </a:r>
            <a:r>
              <a:rPr lang="en-US" sz="1400" dirty="0"/>
              <a:t>, </a:t>
            </a:r>
            <a:r>
              <a:rPr lang="en-US" sz="1400" b="1" dirty="0"/>
              <a:t>Wind Intensity</a:t>
            </a:r>
            <a:r>
              <a:rPr lang="en-US" sz="1400" dirty="0"/>
              <a:t>, and </a:t>
            </a:r>
            <a:r>
              <a:rPr lang="en-US" sz="1400" b="1" dirty="0"/>
              <a:t>Rainfall Intensity</a:t>
            </a:r>
            <a:r>
              <a:rPr lang="en-US" sz="1400" dirty="0"/>
              <a:t> are the most influential variables in the Decision Tree model, each with relatively higher importance scores.</a:t>
            </a:r>
          </a:p>
        </p:txBody>
      </p:sp>
      <p:pic>
        <p:nvPicPr>
          <p:cNvPr id="6146" name="Picture 2">
            <a:extLst>
              <a:ext uri="{FF2B5EF4-FFF2-40B4-BE49-F238E27FC236}">
                <a16:creationId xmlns:a16="http://schemas.microsoft.com/office/drawing/2014/main" id="{B3C479CF-053E-1FF7-B80A-4B5937BB254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77988" y="1655732"/>
            <a:ext cx="5943600" cy="3438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69491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2572271-A51F-CA49-B422-1BFEF04469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E45385-CC09-21AB-E1CB-8A30F2844AAE}"/>
              </a:ext>
            </a:extLst>
          </p:cNvPr>
          <p:cNvSpPr>
            <a:spLocks noGrp="1"/>
          </p:cNvSpPr>
          <p:nvPr>
            <p:ph type="title"/>
          </p:nvPr>
        </p:nvSpPr>
        <p:spPr>
          <a:xfrm>
            <a:off x="1293812" y="609600"/>
            <a:ext cx="7536904" cy="515144"/>
          </a:xfrm>
        </p:spPr>
        <p:txBody>
          <a:bodyPr anchor="t">
            <a:normAutofit/>
          </a:bodyPr>
          <a:lstStyle/>
          <a:p>
            <a:r>
              <a:rPr lang="en-US" dirty="0"/>
              <a:t>Visualization and Analysis</a:t>
            </a:r>
          </a:p>
        </p:txBody>
      </p:sp>
      <p:sp>
        <p:nvSpPr>
          <p:cNvPr id="14" name="Slide Number Placeholder 13">
            <a:extLst>
              <a:ext uri="{FF2B5EF4-FFF2-40B4-BE49-F238E27FC236}">
                <a16:creationId xmlns:a16="http://schemas.microsoft.com/office/drawing/2014/main" id="{17E6A50A-3826-53D0-0FD9-59B2220D418A}"/>
              </a:ext>
            </a:extLst>
          </p:cNvPr>
          <p:cNvSpPr>
            <a:spLocks noGrp="1"/>
          </p:cNvSpPr>
          <p:nvPr>
            <p:ph type="sldNum" sz="quarter" idx="12"/>
          </p:nvPr>
        </p:nvSpPr>
        <p:spPr>
          <a:xfrm>
            <a:off x="1" y="609600"/>
            <a:ext cx="760412" cy="381000"/>
          </a:xfrm>
        </p:spPr>
        <p:txBody>
          <a:bodyPr/>
          <a:lstStyle/>
          <a:p>
            <a:fld id="{AAEAE4A8-A6E5-453E-B946-FB774B73F48C}" type="slidenum">
              <a:rPr lang="en-US" smtClean="0"/>
              <a:pPr/>
              <a:t>22</a:t>
            </a:fld>
            <a:endParaRPr lang="en-US" dirty="0"/>
          </a:p>
        </p:txBody>
      </p:sp>
      <p:sp>
        <p:nvSpPr>
          <p:cNvPr id="7" name="Content Placeholder 5">
            <a:extLst>
              <a:ext uri="{FF2B5EF4-FFF2-40B4-BE49-F238E27FC236}">
                <a16:creationId xmlns:a16="http://schemas.microsoft.com/office/drawing/2014/main" id="{47D205EF-C1F6-CD31-922B-7997CDBBFDE8}"/>
              </a:ext>
            </a:extLst>
          </p:cNvPr>
          <p:cNvSpPr txBox="1">
            <a:spLocks/>
          </p:cNvSpPr>
          <p:nvPr/>
        </p:nvSpPr>
        <p:spPr>
          <a:xfrm>
            <a:off x="1329743" y="1268760"/>
            <a:ext cx="9265096" cy="432048"/>
          </a:xfrm>
          <a:prstGeom prst="rect">
            <a:avLst/>
          </a:prstGeom>
        </p:spPr>
        <p:txBody>
          <a:bodyPr vert="horz" lIns="91440" tIns="45720" rIns="91440" bIns="45720" rtlCol="0">
            <a:normAutofit/>
          </a:bodyPr>
          <a:lstStyle>
            <a:lvl1pPr marL="45720" indent="0" algn="l" defTabSz="914400" rtl="0" eaLnBrk="1" latinLnBrk="0" hangingPunct="1">
              <a:lnSpc>
                <a:spcPct val="110000"/>
              </a:lnSpc>
              <a:spcBef>
                <a:spcPts val="1800"/>
              </a:spcBef>
              <a:buClr>
                <a:schemeClr val="tx1">
                  <a:lumMod val="65000"/>
                  <a:lumOff val="35000"/>
                </a:schemeClr>
              </a:buClr>
              <a:buSzPct val="80000"/>
              <a:buFont typeface="Arial" pitchFamily="34" charset="0"/>
              <a:buNone/>
              <a:defRPr lang="en-US" sz="1800" kern="1200" dirty="0">
                <a:solidFill>
                  <a:schemeClr val="tx1">
                    <a:lumMod val="85000"/>
                    <a:lumOff val="15000"/>
                  </a:schemeClr>
                </a:solidFill>
                <a:latin typeface="+mn-lt"/>
                <a:ea typeface="+mn-lt"/>
                <a:cs typeface="+mn-lt"/>
              </a:defRPr>
            </a:lvl1pPr>
            <a:lvl2pPr marL="365760" indent="0" algn="l" defTabSz="914400" rtl="0" eaLnBrk="1" latinLnBrk="0" hangingPunct="1">
              <a:lnSpc>
                <a:spcPct val="110000"/>
              </a:lnSpc>
              <a:spcBef>
                <a:spcPts val="1000"/>
              </a:spcBef>
              <a:buClr>
                <a:schemeClr val="tx1">
                  <a:lumMod val="65000"/>
                  <a:lumOff val="35000"/>
                </a:schemeClr>
              </a:buClr>
              <a:buSzPct val="80000"/>
              <a:buFont typeface="Arial" panose="020B0604020202020204" pitchFamily="34" charset="0"/>
              <a:buNone/>
              <a:defRPr lang="en-US" sz="1800" kern="1200" dirty="0">
                <a:solidFill>
                  <a:schemeClr val="tx1">
                    <a:lumMod val="85000"/>
                    <a:lumOff val="15000"/>
                  </a:schemeClr>
                </a:solidFill>
                <a:latin typeface="+mn-lt"/>
                <a:ea typeface="+mn-lt"/>
                <a:cs typeface="+mn-lt"/>
              </a:defRPr>
            </a:lvl2pPr>
            <a:lvl3pPr marL="594360" indent="0" algn="l" defTabSz="914400" rtl="0" eaLnBrk="1" latinLnBrk="0" hangingPunct="1">
              <a:lnSpc>
                <a:spcPct val="110000"/>
              </a:lnSpc>
              <a:spcBef>
                <a:spcPts val="600"/>
              </a:spcBef>
              <a:buClr>
                <a:schemeClr val="tx1">
                  <a:lumMod val="65000"/>
                  <a:lumOff val="35000"/>
                </a:schemeClr>
              </a:buClr>
              <a:buSzPct val="80000"/>
              <a:buFont typeface="Arial" pitchFamily="34" charset="0"/>
              <a:buNone/>
              <a:defRPr lang="en-US" sz="1800" kern="1200" dirty="0">
                <a:solidFill>
                  <a:schemeClr val="tx1">
                    <a:lumMod val="85000"/>
                    <a:lumOff val="15000"/>
                  </a:schemeClr>
                </a:solidFill>
                <a:latin typeface="+mn-lt"/>
                <a:ea typeface="+mn-lt"/>
                <a:cs typeface="+mn-lt"/>
              </a:defRPr>
            </a:lvl3pPr>
            <a:lvl4pPr marL="777240" indent="0" algn="l" defTabSz="914400" rtl="0" eaLnBrk="1" latinLnBrk="0" hangingPunct="1">
              <a:lnSpc>
                <a:spcPct val="110000"/>
              </a:lnSpc>
              <a:spcBef>
                <a:spcPts val="600"/>
              </a:spcBef>
              <a:buClr>
                <a:schemeClr val="tx1">
                  <a:lumMod val="65000"/>
                  <a:lumOff val="35000"/>
                </a:schemeClr>
              </a:buClr>
              <a:buSzPct val="80000"/>
              <a:buFont typeface="Arial" pitchFamily="34" charset="0"/>
              <a:buNone/>
              <a:defRPr lang="en-US" sz="1800" kern="1200" dirty="0">
                <a:solidFill>
                  <a:schemeClr val="tx1">
                    <a:lumMod val="85000"/>
                    <a:lumOff val="15000"/>
                  </a:schemeClr>
                </a:solidFill>
                <a:latin typeface="+mn-lt"/>
                <a:ea typeface="+mn-lt"/>
                <a:cs typeface="+mn-lt"/>
              </a:defRPr>
            </a:lvl4pPr>
            <a:lvl5pPr marL="960120" indent="0" algn="l" defTabSz="914400" rtl="0" eaLnBrk="1" latinLnBrk="0" hangingPunct="1">
              <a:lnSpc>
                <a:spcPct val="110000"/>
              </a:lnSpc>
              <a:spcBef>
                <a:spcPts val="600"/>
              </a:spcBef>
              <a:buClr>
                <a:schemeClr val="tx1">
                  <a:lumMod val="65000"/>
                  <a:lumOff val="35000"/>
                </a:schemeClr>
              </a:buClr>
              <a:buSzPct val="80000"/>
              <a:buFont typeface="Arial" pitchFamily="34" charset="0"/>
              <a:buNone/>
              <a:defRPr sz="1800" kern="1200" dirty="0">
                <a:solidFill>
                  <a:schemeClr val="tx1">
                    <a:lumMod val="85000"/>
                    <a:lumOff val="15000"/>
                  </a:schemeClr>
                </a:solidFill>
                <a:latin typeface="+mn-lt"/>
                <a:ea typeface="+mn-lt"/>
                <a:cs typeface="+mn-lt"/>
              </a:defRPr>
            </a:lvl5pPr>
            <a:lvl6pPr marL="123444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6pPr>
            <a:lvl7pPr marL="137160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7pPr>
            <a:lvl8pPr marL="150876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8pPr>
            <a:lvl9pPr marL="164592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9pPr>
          </a:lstStyle>
          <a:p>
            <a:r>
              <a:rPr lang="en-US" sz="1500" dirty="0"/>
              <a:t>Accuracy Trend vs K (for KNN)</a:t>
            </a:r>
          </a:p>
        </p:txBody>
      </p:sp>
      <p:sp>
        <p:nvSpPr>
          <p:cNvPr id="6" name="Content Placeholder 5">
            <a:extLst>
              <a:ext uri="{FF2B5EF4-FFF2-40B4-BE49-F238E27FC236}">
                <a16:creationId xmlns:a16="http://schemas.microsoft.com/office/drawing/2014/main" id="{64ABF7A1-F56A-89E6-AB88-01F9545DA766}"/>
              </a:ext>
            </a:extLst>
          </p:cNvPr>
          <p:cNvSpPr txBox="1">
            <a:spLocks/>
          </p:cNvSpPr>
          <p:nvPr/>
        </p:nvSpPr>
        <p:spPr>
          <a:xfrm>
            <a:off x="1413892" y="4876056"/>
            <a:ext cx="9517196" cy="713184"/>
          </a:xfrm>
          <a:prstGeom prst="rect">
            <a:avLst/>
          </a:prstGeom>
        </p:spPr>
        <p:txBody>
          <a:bodyPr vert="horz" lIns="91440" tIns="45720" rIns="91440" bIns="45720" rtlCol="0">
            <a:noAutofit/>
          </a:bodyPr>
          <a:lstStyle>
            <a:lvl1pPr marL="45720" indent="0" algn="l" defTabSz="914400" rtl="0" eaLnBrk="1" latinLnBrk="0" hangingPunct="1">
              <a:lnSpc>
                <a:spcPct val="110000"/>
              </a:lnSpc>
              <a:spcBef>
                <a:spcPts val="1800"/>
              </a:spcBef>
              <a:buClr>
                <a:schemeClr val="tx1">
                  <a:lumMod val="65000"/>
                  <a:lumOff val="35000"/>
                </a:schemeClr>
              </a:buClr>
              <a:buSzPct val="80000"/>
              <a:buFont typeface="Arial" pitchFamily="34" charset="0"/>
              <a:buNone/>
              <a:defRPr lang="en-US" sz="1800" kern="1200" dirty="0">
                <a:solidFill>
                  <a:schemeClr val="tx1">
                    <a:lumMod val="85000"/>
                    <a:lumOff val="15000"/>
                  </a:schemeClr>
                </a:solidFill>
                <a:latin typeface="+mn-lt"/>
                <a:ea typeface="+mn-lt"/>
                <a:cs typeface="+mn-lt"/>
              </a:defRPr>
            </a:lvl1pPr>
            <a:lvl2pPr marL="365760" indent="0" algn="l" defTabSz="914400" rtl="0" eaLnBrk="1" latinLnBrk="0" hangingPunct="1">
              <a:lnSpc>
                <a:spcPct val="110000"/>
              </a:lnSpc>
              <a:spcBef>
                <a:spcPts val="1000"/>
              </a:spcBef>
              <a:buClr>
                <a:schemeClr val="tx1">
                  <a:lumMod val="65000"/>
                  <a:lumOff val="35000"/>
                </a:schemeClr>
              </a:buClr>
              <a:buSzPct val="80000"/>
              <a:buFont typeface="Arial" panose="020B0604020202020204" pitchFamily="34" charset="0"/>
              <a:buNone/>
              <a:defRPr lang="en-US" sz="1800" kern="1200" dirty="0">
                <a:solidFill>
                  <a:schemeClr val="tx1">
                    <a:lumMod val="85000"/>
                    <a:lumOff val="15000"/>
                  </a:schemeClr>
                </a:solidFill>
                <a:latin typeface="+mn-lt"/>
                <a:ea typeface="+mn-lt"/>
                <a:cs typeface="+mn-lt"/>
              </a:defRPr>
            </a:lvl2pPr>
            <a:lvl3pPr marL="594360" indent="0" algn="l" defTabSz="914400" rtl="0" eaLnBrk="1" latinLnBrk="0" hangingPunct="1">
              <a:lnSpc>
                <a:spcPct val="110000"/>
              </a:lnSpc>
              <a:spcBef>
                <a:spcPts val="600"/>
              </a:spcBef>
              <a:buClr>
                <a:schemeClr val="tx1">
                  <a:lumMod val="65000"/>
                  <a:lumOff val="35000"/>
                </a:schemeClr>
              </a:buClr>
              <a:buSzPct val="80000"/>
              <a:buFont typeface="Arial" pitchFamily="34" charset="0"/>
              <a:buNone/>
              <a:defRPr lang="en-US" sz="1800" kern="1200" dirty="0">
                <a:solidFill>
                  <a:schemeClr val="tx1">
                    <a:lumMod val="85000"/>
                    <a:lumOff val="15000"/>
                  </a:schemeClr>
                </a:solidFill>
                <a:latin typeface="+mn-lt"/>
                <a:ea typeface="+mn-lt"/>
                <a:cs typeface="+mn-lt"/>
              </a:defRPr>
            </a:lvl3pPr>
            <a:lvl4pPr marL="777240" indent="0" algn="l" defTabSz="914400" rtl="0" eaLnBrk="1" latinLnBrk="0" hangingPunct="1">
              <a:lnSpc>
                <a:spcPct val="110000"/>
              </a:lnSpc>
              <a:spcBef>
                <a:spcPts val="600"/>
              </a:spcBef>
              <a:buClr>
                <a:schemeClr val="tx1">
                  <a:lumMod val="65000"/>
                  <a:lumOff val="35000"/>
                </a:schemeClr>
              </a:buClr>
              <a:buSzPct val="80000"/>
              <a:buFont typeface="Arial" pitchFamily="34" charset="0"/>
              <a:buNone/>
              <a:defRPr lang="en-US" sz="1800" kern="1200" dirty="0">
                <a:solidFill>
                  <a:schemeClr val="tx1">
                    <a:lumMod val="85000"/>
                    <a:lumOff val="15000"/>
                  </a:schemeClr>
                </a:solidFill>
                <a:latin typeface="+mn-lt"/>
                <a:ea typeface="+mn-lt"/>
                <a:cs typeface="+mn-lt"/>
              </a:defRPr>
            </a:lvl4pPr>
            <a:lvl5pPr marL="960120" indent="0" algn="l" defTabSz="914400" rtl="0" eaLnBrk="1" latinLnBrk="0" hangingPunct="1">
              <a:lnSpc>
                <a:spcPct val="110000"/>
              </a:lnSpc>
              <a:spcBef>
                <a:spcPts val="600"/>
              </a:spcBef>
              <a:buClr>
                <a:schemeClr val="tx1">
                  <a:lumMod val="65000"/>
                  <a:lumOff val="35000"/>
                </a:schemeClr>
              </a:buClr>
              <a:buSzPct val="80000"/>
              <a:buFont typeface="Arial" pitchFamily="34" charset="0"/>
              <a:buNone/>
              <a:defRPr sz="1800" kern="1200" dirty="0">
                <a:solidFill>
                  <a:schemeClr val="tx1">
                    <a:lumMod val="85000"/>
                    <a:lumOff val="15000"/>
                  </a:schemeClr>
                </a:solidFill>
                <a:latin typeface="+mn-lt"/>
                <a:ea typeface="+mn-lt"/>
                <a:cs typeface="+mn-lt"/>
              </a:defRPr>
            </a:lvl5pPr>
            <a:lvl6pPr marL="123444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6pPr>
            <a:lvl7pPr marL="137160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7pPr>
            <a:lvl8pPr marL="150876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8pPr>
            <a:lvl9pPr marL="164592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9pPr>
          </a:lstStyle>
          <a:p>
            <a:pPr fontAlgn="base"/>
            <a:r>
              <a:rPr lang="en-US" sz="1400" dirty="0"/>
              <a:t>The accuracy trend vs. k shows that KNN performance remained stable at </a:t>
            </a:r>
            <a:r>
              <a:rPr lang="en-US" sz="1400" b="1" dirty="0"/>
              <a:t>49%</a:t>
            </a:r>
            <a:r>
              <a:rPr lang="en-US" sz="1400" dirty="0"/>
              <a:t> for k=3 and k=5, then improved slightly to </a:t>
            </a:r>
            <a:r>
              <a:rPr lang="en-US" sz="1400" b="1" dirty="0"/>
              <a:t>52.33% at k=7</a:t>
            </a:r>
            <a:r>
              <a:rPr lang="en-US" sz="1400" dirty="0"/>
              <a:t>.</a:t>
            </a:r>
            <a:endParaRPr lang="en-US" sz="1100" dirty="0"/>
          </a:p>
        </p:txBody>
      </p:sp>
      <p:pic>
        <p:nvPicPr>
          <p:cNvPr id="7170" name="Picture 2">
            <a:extLst>
              <a:ext uri="{FF2B5EF4-FFF2-40B4-BE49-F238E27FC236}">
                <a16:creationId xmlns:a16="http://schemas.microsoft.com/office/drawing/2014/main" id="{3E6EDCBF-15FE-ACCE-08A5-9054B8B3B8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86099" y="1700808"/>
            <a:ext cx="4510501" cy="29523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36671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8499852-3DCA-9312-D032-8205C21782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F36052-179F-ECE9-C4DA-411A49D8815A}"/>
              </a:ext>
            </a:extLst>
          </p:cNvPr>
          <p:cNvSpPr>
            <a:spLocks noGrp="1"/>
          </p:cNvSpPr>
          <p:nvPr>
            <p:ph type="title"/>
          </p:nvPr>
        </p:nvSpPr>
        <p:spPr>
          <a:xfrm>
            <a:off x="1293812" y="609600"/>
            <a:ext cx="7536904" cy="515144"/>
          </a:xfrm>
        </p:spPr>
        <p:txBody>
          <a:bodyPr anchor="t">
            <a:normAutofit/>
          </a:bodyPr>
          <a:lstStyle/>
          <a:p>
            <a:r>
              <a:rPr lang="en-US" dirty="0"/>
              <a:t>Visualization and Analysis</a:t>
            </a:r>
          </a:p>
        </p:txBody>
      </p:sp>
      <p:sp>
        <p:nvSpPr>
          <p:cNvPr id="14" name="Slide Number Placeholder 13">
            <a:extLst>
              <a:ext uri="{FF2B5EF4-FFF2-40B4-BE49-F238E27FC236}">
                <a16:creationId xmlns:a16="http://schemas.microsoft.com/office/drawing/2014/main" id="{1CC88288-C833-44AF-9384-80BD9DC494D9}"/>
              </a:ext>
            </a:extLst>
          </p:cNvPr>
          <p:cNvSpPr>
            <a:spLocks noGrp="1"/>
          </p:cNvSpPr>
          <p:nvPr>
            <p:ph type="sldNum" sz="quarter" idx="12"/>
          </p:nvPr>
        </p:nvSpPr>
        <p:spPr>
          <a:xfrm>
            <a:off x="1" y="609600"/>
            <a:ext cx="760412" cy="381000"/>
          </a:xfrm>
        </p:spPr>
        <p:txBody>
          <a:bodyPr/>
          <a:lstStyle/>
          <a:p>
            <a:fld id="{AAEAE4A8-A6E5-453E-B946-FB774B73F48C}" type="slidenum">
              <a:rPr lang="en-US" smtClean="0"/>
              <a:pPr/>
              <a:t>23</a:t>
            </a:fld>
            <a:endParaRPr lang="en-US" dirty="0"/>
          </a:p>
        </p:txBody>
      </p:sp>
      <p:sp>
        <p:nvSpPr>
          <p:cNvPr id="7" name="Content Placeholder 5">
            <a:extLst>
              <a:ext uri="{FF2B5EF4-FFF2-40B4-BE49-F238E27FC236}">
                <a16:creationId xmlns:a16="http://schemas.microsoft.com/office/drawing/2014/main" id="{FD916AE2-A907-311A-EC43-787304BF55F4}"/>
              </a:ext>
            </a:extLst>
          </p:cNvPr>
          <p:cNvSpPr txBox="1">
            <a:spLocks/>
          </p:cNvSpPr>
          <p:nvPr/>
        </p:nvSpPr>
        <p:spPr>
          <a:xfrm>
            <a:off x="1329743" y="1268760"/>
            <a:ext cx="9265096" cy="432048"/>
          </a:xfrm>
          <a:prstGeom prst="rect">
            <a:avLst/>
          </a:prstGeom>
        </p:spPr>
        <p:txBody>
          <a:bodyPr vert="horz" lIns="91440" tIns="45720" rIns="91440" bIns="45720" rtlCol="0">
            <a:normAutofit/>
          </a:bodyPr>
          <a:lstStyle>
            <a:lvl1pPr marL="45720" indent="0" algn="l" defTabSz="914400" rtl="0" eaLnBrk="1" latinLnBrk="0" hangingPunct="1">
              <a:lnSpc>
                <a:spcPct val="110000"/>
              </a:lnSpc>
              <a:spcBef>
                <a:spcPts val="1800"/>
              </a:spcBef>
              <a:buClr>
                <a:schemeClr val="tx1">
                  <a:lumMod val="65000"/>
                  <a:lumOff val="35000"/>
                </a:schemeClr>
              </a:buClr>
              <a:buSzPct val="80000"/>
              <a:buFont typeface="Arial" pitchFamily="34" charset="0"/>
              <a:buNone/>
              <a:defRPr lang="en-US" sz="1800" kern="1200" dirty="0">
                <a:solidFill>
                  <a:schemeClr val="tx1">
                    <a:lumMod val="85000"/>
                    <a:lumOff val="15000"/>
                  </a:schemeClr>
                </a:solidFill>
                <a:latin typeface="+mn-lt"/>
                <a:ea typeface="+mn-lt"/>
                <a:cs typeface="+mn-lt"/>
              </a:defRPr>
            </a:lvl1pPr>
            <a:lvl2pPr marL="365760" indent="0" algn="l" defTabSz="914400" rtl="0" eaLnBrk="1" latinLnBrk="0" hangingPunct="1">
              <a:lnSpc>
                <a:spcPct val="110000"/>
              </a:lnSpc>
              <a:spcBef>
                <a:spcPts val="1000"/>
              </a:spcBef>
              <a:buClr>
                <a:schemeClr val="tx1">
                  <a:lumMod val="65000"/>
                  <a:lumOff val="35000"/>
                </a:schemeClr>
              </a:buClr>
              <a:buSzPct val="80000"/>
              <a:buFont typeface="Arial" panose="020B0604020202020204" pitchFamily="34" charset="0"/>
              <a:buNone/>
              <a:defRPr lang="en-US" sz="1800" kern="1200" dirty="0">
                <a:solidFill>
                  <a:schemeClr val="tx1">
                    <a:lumMod val="85000"/>
                    <a:lumOff val="15000"/>
                  </a:schemeClr>
                </a:solidFill>
                <a:latin typeface="+mn-lt"/>
                <a:ea typeface="+mn-lt"/>
                <a:cs typeface="+mn-lt"/>
              </a:defRPr>
            </a:lvl2pPr>
            <a:lvl3pPr marL="594360" indent="0" algn="l" defTabSz="914400" rtl="0" eaLnBrk="1" latinLnBrk="0" hangingPunct="1">
              <a:lnSpc>
                <a:spcPct val="110000"/>
              </a:lnSpc>
              <a:spcBef>
                <a:spcPts val="600"/>
              </a:spcBef>
              <a:buClr>
                <a:schemeClr val="tx1">
                  <a:lumMod val="65000"/>
                  <a:lumOff val="35000"/>
                </a:schemeClr>
              </a:buClr>
              <a:buSzPct val="80000"/>
              <a:buFont typeface="Arial" pitchFamily="34" charset="0"/>
              <a:buNone/>
              <a:defRPr lang="en-US" sz="1800" kern="1200" dirty="0">
                <a:solidFill>
                  <a:schemeClr val="tx1">
                    <a:lumMod val="85000"/>
                    <a:lumOff val="15000"/>
                  </a:schemeClr>
                </a:solidFill>
                <a:latin typeface="+mn-lt"/>
                <a:ea typeface="+mn-lt"/>
                <a:cs typeface="+mn-lt"/>
              </a:defRPr>
            </a:lvl3pPr>
            <a:lvl4pPr marL="777240" indent="0" algn="l" defTabSz="914400" rtl="0" eaLnBrk="1" latinLnBrk="0" hangingPunct="1">
              <a:lnSpc>
                <a:spcPct val="110000"/>
              </a:lnSpc>
              <a:spcBef>
                <a:spcPts val="600"/>
              </a:spcBef>
              <a:buClr>
                <a:schemeClr val="tx1">
                  <a:lumMod val="65000"/>
                  <a:lumOff val="35000"/>
                </a:schemeClr>
              </a:buClr>
              <a:buSzPct val="80000"/>
              <a:buFont typeface="Arial" pitchFamily="34" charset="0"/>
              <a:buNone/>
              <a:defRPr lang="en-US" sz="1800" kern="1200" dirty="0">
                <a:solidFill>
                  <a:schemeClr val="tx1">
                    <a:lumMod val="85000"/>
                    <a:lumOff val="15000"/>
                  </a:schemeClr>
                </a:solidFill>
                <a:latin typeface="+mn-lt"/>
                <a:ea typeface="+mn-lt"/>
                <a:cs typeface="+mn-lt"/>
              </a:defRPr>
            </a:lvl4pPr>
            <a:lvl5pPr marL="960120" indent="0" algn="l" defTabSz="914400" rtl="0" eaLnBrk="1" latinLnBrk="0" hangingPunct="1">
              <a:lnSpc>
                <a:spcPct val="110000"/>
              </a:lnSpc>
              <a:spcBef>
                <a:spcPts val="600"/>
              </a:spcBef>
              <a:buClr>
                <a:schemeClr val="tx1">
                  <a:lumMod val="65000"/>
                  <a:lumOff val="35000"/>
                </a:schemeClr>
              </a:buClr>
              <a:buSzPct val="80000"/>
              <a:buFont typeface="Arial" pitchFamily="34" charset="0"/>
              <a:buNone/>
              <a:defRPr sz="1800" kern="1200" dirty="0">
                <a:solidFill>
                  <a:schemeClr val="tx1">
                    <a:lumMod val="85000"/>
                    <a:lumOff val="15000"/>
                  </a:schemeClr>
                </a:solidFill>
                <a:latin typeface="+mn-lt"/>
                <a:ea typeface="+mn-lt"/>
                <a:cs typeface="+mn-lt"/>
              </a:defRPr>
            </a:lvl5pPr>
            <a:lvl6pPr marL="123444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6pPr>
            <a:lvl7pPr marL="137160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7pPr>
            <a:lvl8pPr marL="150876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8pPr>
            <a:lvl9pPr marL="164592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9pPr>
          </a:lstStyle>
          <a:p>
            <a:r>
              <a:rPr lang="en-US" sz="1500" dirty="0"/>
              <a:t>Evaluation Metrics: Precision, Recall, F1-Score</a:t>
            </a:r>
          </a:p>
        </p:txBody>
      </p:sp>
      <p:sp>
        <p:nvSpPr>
          <p:cNvPr id="6" name="Content Placeholder 5">
            <a:extLst>
              <a:ext uri="{FF2B5EF4-FFF2-40B4-BE49-F238E27FC236}">
                <a16:creationId xmlns:a16="http://schemas.microsoft.com/office/drawing/2014/main" id="{20E09F90-A18B-306A-0A3E-2327820C8928}"/>
              </a:ext>
            </a:extLst>
          </p:cNvPr>
          <p:cNvSpPr txBox="1">
            <a:spLocks/>
          </p:cNvSpPr>
          <p:nvPr/>
        </p:nvSpPr>
        <p:spPr>
          <a:xfrm>
            <a:off x="981844" y="4692588"/>
            <a:ext cx="10657184" cy="2165412"/>
          </a:xfrm>
          <a:prstGeom prst="rect">
            <a:avLst/>
          </a:prstGeom>
        </p:spPr>
        <p:txBody>
          <a:bodyPr vert="horz" lIns="91440" tIns="45720" rIns="91440" bIns="45720" rtlCol="0">
            <a:noAutofit/>
          </a:bodyPr>
          <a:lstStyle>
            <a:lvl1pPr marL="45720" indent="0" algn="l" defTabSz="914400" rtl="0" eaLnBrk="1" latinLnBrk="0" hangingPunct="1">
              <a:lnSpc>
                <a:spcPct val="110000"/>
              </a:lnSpc>
              <a:spcBef>
                <a:spcPts val="1800"/>
              </a:spcBef>
              <a:buClr>
                <a:schemeClr val="tx1">
                  <a:lumMod val="65000"/>
                  <a:lumOff val="35000"/>
                </a:schemeClr>
              </a:buClr>
              <a:buSzPct val="80000"/>
              <a:buFont typeface="Arial" pitchFamily="34" charset="0"/>
              <a:buNone/>
              <a:defRPr lang="en-US" sz="1800" kern="1200" dirty="0">
                <a:solidFill>
                  <a:schemeClr val="tx1">
                    <a:lumMod val="85000"/>
                    <a:lumOff val="15000"/>
                  </a:schemeClr>
                </a:solidFill>
                <a:latin typeface="+mn-lt"/>
                <a:ea typeface="+mn-lt"/>
                <a:cs typeface="+mn-lt"/>
              </a:defRPr>
            </a:lvl1pPr>
            <a:lvl2pPr marL="365760" indent="0" algn="l" defTabSz="914400" rtl="0" eaLnBrk="1" latinLnBrk="0" hangingPunct="1">
              <a:lnSpc>
                <a:spcPct val="110000"/>
              </a:lnSpc>
              <a:spcBef>
                <a:spcPts val="1000"/>
              </a:spcBef>
              <a:buClr>
                <a:schemeClr val="tx1">
                  <a:lumMod val="65000"/>
                  <a:lumOff val="35000"/>
                </a:schemeClr>
              </a:buClr>
              <a:buSzPct val="80000"/>
              <a:buFont typeface="Arial" panose="020B0604020202020204" pitchFamily="34" charset="0"/>
              <a:buNone/>
              <a:defRPr lang="en-US" sz="1800" kern="1200" dirty="0">
                <a:solidFill>
                  <a:schemeClr val="tx1">
                    <a:lumMod val="85000"/>
                    <a:lumOff val="15000"/>
                  </a:schemeClr>
                </a:solidFill>
                <a:latin typeface="+mn-lt"/>
                <a:ea typeface="+mn-lt"/>
                <a:cs typeface="+mn-lt"/>
              </a:defRPr>
            </a:lvl2pPr>
            <a:lvl3pPr marL="594360" indent="0" algn="l" defTabSz="914400" rtl="0" eaLnBrk="1" latinLnBrk="0" hangingPunct="1">
              <a:lnSpc>
                <a:spcPct val="110000"/>
              </a:lnSpc>
              <a:spcBef>
                <a:spcPts val="600"/>
              </a:spcBef>
              <a:buClr>
                <a:schemeClr val="tx1">
                  <a:lumMod val="65000"/>
                  <a:lumOff val="35000"/>
                </a:schemeClr>
              </a:buClr>
              <a:buSzPct val="80000"/>
              <a:buFont typeface="Arial" pitchFamily="34" charset="0"/>
              <a:buNone/>
              <a:defRPr lang="en-US" sz="1800" kern="1200" dirty="0">
                <a:solidFill>
                  <a:schemeClr val="tx1">
                    <a:lumMod val="85000"/>
                    <a:lumOff val="15000"/>
                  </a:schemeClr>
                </a:solidFill>
                <a:latin typeface="+mn-lt"/>
                <a:ea typeface="+mn-lt"/>
                <a:cs typeface="+mn-lt"/>
              </a:defRPr>
            </a:lvl3pPr>
            <a:lvl4pPr marL="777240" indent="0" algn="l" defTabSz="914400" rtl="0" eaLnBrk="1" latinLnBrk="0" hangingPunct="1">
              <a:lnSpc>
                <a:spcPct val="110000"/>
              </a:lnSpc>
              <a:spcBef>
                <a:spcPts val="600"/>
              </a:spcBef>
              <a:buClr>
                <a:schemeClr val="tx1">
                  <a:lumMod val="65000"/>
                  <a:lumOff val="35000"/>
                </a:schemeClr>
              </a:buClr>
              <a:buSzPct val="80000"/>
              <a:buFont typeface="Arial" pitchFamily="34" charset="0"/>
              <a:buNone/>
              <a:defRPr lang="en-US" sz="1800" kern="1200" dirty="0">
                <a:solidFill>
                  <a:schemeClr val="tx1">
                    <a:lumMod val="85000"/>
                    <a:lumOff val="15000"/>
                  </a:schemeClr>
                </a:solidFill>
                <a:latin typeface="+mn-lt"/>
                <a:ea typeface="+mn-lt"/>
                <a:cs typeface="+mn-lt"/>
              </a:defRPr>
            </a:lvl4pPr>
            <a:lvl5pPr marL="960120" indent="0" algn="l" defTabSz="914400" rtl="0" eaLnBrk="1" latinLnBrk="0" hangingPunct="1">
              <a:lnSpc>
                <a:spcPct val="110000"/>
              </a:lnSpc>
              <a:spcBef>
                <a:spcPts val="600"/>
              </a:spcBef>
              <a:buClr>
                <a:schemeClr val="tx1">
                  <a:lumMod val="65000"/>
                  <a:lumOff val="35000"/>
                </a:schemeClr>
              </a:buClr>
              <a:buSzPct val="80000"/>
              <a:buFont typeface="Arial" pitchFamily="34" charset="0"/>
              <a:buNone/>
              <a:defRPr sz="1800" kern="1200" dirty="0">
                <a:solidFill>
                  <a:schemeClr val="tx1">
                    <a:lumMod val="85000"/>
                    <a:lumOff val="15000"/>
                  </a:schemeClr>
                </a:solidFill>
                <a:latin typeface="+mn-lt"/>
                <a:ea typeface="+mn-lt"/>
                <a:cs typeface="+mn-lt"/>
              </a:defRPr>
            </a:lvl5pPr>
            <a:lvl6pPr marL="123444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6pPr>
            <a:lvl7pPr marL="137160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7pPr>
            <a:lvl8pPr marL="150876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8pPr>
            <a:lvl9pPr marL="164592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9pPr>
          </a:lstStyle>
          <a:p>
            <a:pPr fontAlgn="base"/>
            <a:r>
              <a:rPr lang="en-US" sz="1400" b="1" dirty="0"/>
              <a:t>Naïve Bayes</a:t>
            </a:r>
            <a:r>
              <a:rPr lang="en-US" sz="1400" dirty="0"/>
              <a:t> → Completely failed to classify Hydrological and Meteorological disasters (precision/recall = 0) but performed very well on Geological (F1 = 0.738). Its weighted average F1 = </a:t>
            </a:r>
            <a:r>
              <a:rPr lang="en-US" sz="1400" b="1" dirty="0"/>
              <a:t>0.432</a:t>
            </a:r>
            <a:r>
              <a:rPr lang="en-US" sz="1400" dirty="0"/>
              <a:t> reflects this imbalance.</a:t>
            </a:r>
          </a:p>
          <a:p>
            <a:pPr fontAlgn="base"/>
            <a:r>
              <a:rPr lang="en-US" sz="1400" b="1" dirty="0"/>
              <a:t>KNN (k=7)</a:t>
            </a:r>
            <a:r>
              <a:rPr lang="en-US" sz="1400" dirty="0"/>
              <a:t> → Improved recall for Geological (0.692) and gave moderate performance for Hydrological (F1 = 0.354) but still failed on Meteorological (0.000). Weighted F1 = </a:t>
            </a:r>
            <a:r>
              <a:rPr lang="en-US" sz="1400" b="1" dirty="0"/>
              <a:t>0.474</a:t>
            </a:r>
            <a:r>
              <a:rPr lang="en-US" sz="1400" dirty="0"/>
              <a:t>, slightly better than Naïve Bayes.</a:t>
            </a:r>
          </a:p>
          <a:p>
            <a:pPr fontAlgn="base"/>
            <a:r>
              <a:rPr lang="en-US" sz="1400" b="1" dirty="0"/>
              <a:t>Decision Tree</a:t>
            </a:r>
            <a:r>
              <a:rPr lang="en-US" sz="1400" dirty="0"/>
              <a:t> → More balanced across classes, with moderate scores for Hydrological (0.281) and Meteorological (0.169), and decent performance on Geological (0.564). Weighted F1 = </a:t>
            </a:r>
            <a:r>
              <a:rPr lang="en-US" sz="1400" b="1" dirty="0"/>
              <a:t>0.432</a:t>
            </a:r>
            <a:r>
              <a:rPr lang="en-US" sz="1400" dirty="0"/>
              <a:t>, similar to Naïve Bayes but with better distribution across classes.</a:t>
            </a:r>
          </a:p>
        </p:txBody>
      </p:sp>
      <p:pic>
        <p:nvPicPr>
          <p:cNvPr id="8194" name="Picture 2">
            <a:extLst>
              <a:ext uri="{FF2B5EF4-FFF2-40B4-BE49-F238E27FC236}">
                <a16:creationId xmlns:a16="http://schemas.microsoft.com/office/drawing/2014/main" id="{A8BE24A9-FA55-F04A-C2B8-765E2AA5B3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40113" y="1628800"/>
            <a:ext cx="6244355" cy="30521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213630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256B7E-1633-44AB-8584-82DF5B726834}"/>
              </a:ext>
            </a:extLst>
          </p:cNvPr>
          <p:cNvSpPr>
            <a:spLocks noGrp="1"/>
          </p:cNvSpPr>
          <p:nvPr>
            <p:ph type="title"/>
          </p:nvPr>
        </p:nvSpPr>
        <p:spPr>
          <a:xfrm>
            <a:off x="1293812" y="609600"/>
            <a:ext cx="4914900" cy="735554"/>
          </a:xfrm>
        </p:spPr>
        <p:txBody>
          <a:bodyPr anchor="t"/>
          <a:lstStyle/>
          <a:p>
            <a:r>
              <a:rPr lang="en-US" dirty="0"/>
              <a:t>Summary</a:t>
            </a:r>
          </a:p>
        </p:txBody>
      </p:sp>
      <p:sp>
        <p:nvSpPr>
          <p:cNvPr id="11" name="Slide Number Placeholder 10">
            <a:extLst>
              <a:ext uri="{FF2B5EF4-FFF2-40B4-BE49-F238E27FC236}">
                <a16:creationId xmlns:a16="http://schemas.microsoft.com/office/drawing/2014/main" id="{224FE9DD-2E30-5EFA-8B09-7AFDB29EFBD1}"/>
              </a:ext>
            </a:extLst>
          </p:cNvPr>
          <p:cNvSpPr>
            <a:spLocks noGrp="1"/>
          </p:cNvSpPr>
          <p:nvPr>
            <p:ph type="sldNum" sz="quarter" idx="12"/>
          </p:nvPr>
        </p:nvSpPr>
        <p:spPr>
          <a:xfrm>
            <a:off x="1" y="609600"/>
            <a:ext cx="760412" cy="381000"/>
          </a:xfrm>
        </p:spPr>
        <p:txBody>
          <a:bodyPr/>
          <a:lstStyle/>
          <a:p>
            <a:fld id="{AAEAE4A8-A6E5-453E-B946-FB774B73F48C}" type="slidenum">
              <a:rPr lang="en-US" smtClean="0"/>
              <a:pPr/>
              <a:t>24</a:t>
            </a:fld>
            <a:endParaRPr lang="en-US" dirty="0"/>
          </a:p>
        </p:txBody>
      </p:sp>
      <p:sp>
        <p:nvSpPr>
          <p:cNvPr id="4" name="Content Placeholder 3">
            <a:extLst>
              <a:ext uri="{FF2B5EF4-FFF2-40B4-BE49-F238E27FC236}">
                <a16:creationId xmlns:a16="http://schemas.microsoft.com/office/drawing/2014/main" id="{950677C9-3E42-427F-93B8-526692906471}"/>
              </a:ext>
            </a:extLst>
          </p:cNvPr>
          <p:cNvSpPr>
            <a:spLocks noGrp="1"/>
          </p:cNvSpPr>
          <p:nvPr>
            <p:ph idx="13"/>
          </p:nvPr>
        </p:nvSpPr>
        <p:spPr>
          <a:xfrm>
            <a:off x="1293812" y="1345154"/>
            <a:ext cx="8977064" cy="4267200"/>
          </a:xfrm>
        </p:spPr>
        <p:txBody>
          <a:bodyPr vert="horz" lIns="91416" tIns="45708" rIns="91416" bIns="45708" rtlCol="0" anchor="t">
            <a:normAutofit/>
          </a:bodyPr>
          <a:lstStyle/>
          <a:p>
            <a:pPr marL="331470" indent="-285750">
              <a:buFont typeface="Arial" panose="020B0604020202020204" pitchFamily="34" charset="0"/>
              <a:buChar char="•"/>
            </a:pPr>
            <a:r>
              <a:rPr lang="en-US" b="1" dirty="0"/>
              <a:t>Naïve Bayes</a:t>
            </a:r>
            <a:r>
              <a:rPr lang="en-US" dirty="0"/>
              <a:t> performed strongly only for Geological disasters but completely failed to classify Hydrological and Meteorological events.</a:t>
            </a:r>
          </a:p>
          <a:p>
            <a:pPr marL="331470" indent="-285750">
              <a:buFont typeface="Arial" panose="020B0604020202020204" pitchFamily="34" charset="0"/>
              <a:buChar char="•"/>
            </a:pPr>
            <a:r>
              <a:rPr lang="en-US" b="1" dirty="0"/>
              <a:t>K-Nearest Neighbors (KNN)</a:t>
            </a:r>
            <a:r>
              <a:rPr lang="en-US" dirty="0"/>
              <a:t> showed slight improvement, especially in capturing local patterns, which helped its performance for Geological and partly for Hydrological disasters.</a:t>
            </a:r>
          </a:p>
          <a:p>
            <a:pPr marL="331470" indent="-285750">
              <a:buFont typeface="Arial" panose="020B0604020202020204" pitchFamily="34" charset="0"/>
              <a:buChar char="•"/>
            </a:pPr>
            <a:r>
              <a:rPr lang="en-US" dirty="0"/>
              <a:t>The </a:t>
            </a:r>
            <a:r>
              <a:rPr lang="en-US" b="1" dirty="0"/>
              <a:t>Decision Tree </a:t>
            </a:r>
            <a:r>
              <a:rPr lang="en-US" dirty="0"/>
              <a:t>provided the most interpretable results and was the only model that produced predictions for all disaster types.</a:t>
            </a:r>
            <a:br>
              <a:rPr lang="en-US" dirty="0"/>
            </a:br>
            <a:endParaRPr lang="en-US" dirty="0"/>
          </a:p>
        </p:txBody>
      </p:sp>
    </p:spTree>
    <p:extLst>
      <p:ext uri="{BB962C8B-B14F-4D97-AF65-F5344CB8AC3E}">
        <p14:creationId xmlns:p14="http://schemas.microsoft.com/office/powerpoint/2010/main" val="35662621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AE308-3076-43DB-B834-DA0B0AE19AF9}"/>
              </a:ext>
            </a:extLst>
          </p:cNvPr>
          <p:cNvSpPr>
            <a:spLocks noGrp="1"/>
          </p:cNvSpPr>
          <p:nvPr>
            <p:ph type="title"/>
          </p:nvPr>
        </p:nvSpPr>
        <p:spPr>
          <a:xfrm>
            <a:off x="531812" y="495300"/>
            <a:ext cx="4572000" cy="5867400"/>
          </a:xfrm>
        </p:spPr>
        <p:txBody>
          <a:bodyPr>
            <a:normAutofit/>
          </a:bodyPr>
          <a:lstStyle/>
          <a:p>
            <a:r>
              <a:rPr lang="en-US" dirty="0"/>
              <a:t>Thank you</a:t>
            </a:r>
          </a:p>
        </p:txBody>
      </p:sp>
      <p:sp>
        <p:nvSpPr>
          <p:cNvPr id="3" name="Content Placeholder 2">
            <a:extLst>
              <a:ext uri="{FF2B5EF4-FFF2-40B4-BE49-F238E27FC236}">
                <a16:creationId xmlns:a16="http://schemas.microsoft.com/office/drawing/2014/main" id="{BABC2CE0-8806-4B2A-A10A-32984D317434}"/>
              </a:ext>
            </a:extLst>
          </p:cNvPr>
          <p:cNvSpPr>
            <a:spLocks noGrp="1"/>
          </p:cNvSpPr>
          <p:nvPr>
            <p:ph type="body" sz="quarter" idx="14"/>
          </p:nvPr>
        </p:nvSpPr>
        <p:spPr>
          <a:xfrm>
            <a:off x="6768305" y="2247900"/>
            <a:ext cx="4443413" cy="2400300"/>
          </a:xfrm>
        </p:spPr>
        <p:txBody>
          <a:bodyPr anchor="ctr"/>
          <a:lstStyle/>
          <a:p>
            <a:r>
              <a:rPr lang="en-US" dirty="0"/>
              <a:t>Tangalin, Armie Joy</a:t>
            </a:r>
          </a:p>
          <a:p>
            <a:r>
              <a:rPr lang="en-US" dirty="0" err="1"/>
              <a:t>Palanggalan</a:t>
            </a:r>
            <a:r>
              <a:rPr lang="en-US" dirty="0"/>
              <a:t>, Al-</a:t>
            </a:r>
            <a:r>
              <a:rPr lang="en-US" dirty="0" err="1"/>
              <a:t>hamer</a:t>
            </a:r>
            <a:endParaRPr lang="en-US" dirty="0"/>
          </a:p>
          <a:p>
            <a:r>
              <a:rPr lang="en-US" dirty="0"/>
              <a:t>Mantiquilla, Joanah Kate</a:t>
            </a:r>
          </a:p>
        </p:txBody>
      </p:sp>
    </p:spTree>
    <p:extLst>
      <p:ext uri="{BB962C8B-B14F-4D97-AF65-F5344CB8AC3E}">
        <p14:creationId xmlns:p14="http://schemas.microsoft.com/office/powerpoint/2010/main" val="3103683689"/>
      </p:ext>
    </p:extLst>
  </p:cSld>
  <p:clrMapOvr>
    <a:masterClrMapping/>
  </p:clrMapOvr>
</p:sld>
</file>

<file path=ppt/theme/theme1.xml><?xml version="1.0" encoding="utf-8"?>
<a:theme xmlns:a="http://schemas.openxmlformats.org/drawingml/2006/main" name="Custom">
  <a:themeElements>
    <a:clrScheme name="Custom 174">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E1EAED"/>
      </a:accent6>
      <a:hlink>
        <a:srgbClr val="9454C3"/>
      </a:hlink>
      <a:folHlink>
        <a:srgbClr val="3EBBF0"/>
      </a:folHlink>
    </a:clrScheme>
    <a:fontScheme name="Custom 30">
      <a:majorFont>
        <a:latin typeface="Century Gothic"/>
        <a:ea typeface=""/>
        <a:cs typeface=""/>
      </a:majorFont>
      <a:minorFont>
        <a:latin typeface="Century Gothi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a:defPPr>
      </a:lstStyle>
      <a:style>
        <a:lnRef idx="1">
          <a:schemeClr val="accent2"/>
        </a:lnRef>
        <a:fillRef idx="2">
          <a:schemeClr val="accent2"/>
        </a:fillRef>
        <a:effectRef idx="1">
          <a:schemeClr val="accent2"/>
        </a:effectRef>
        <a:fontRef idx="minor">
          <a:schemeClr val="dk1"/>
        </a:fontRef>
      </a:style>
    </a:spDef>
    <a:lnDef>
      <a:spPr/>
      <a:bodyPr/>
      <a:lstStyle/>
      <a:style>
        <a:lnRef idx="1">
          <a:schemeClr val="accent1"/>
        </a:lnRef>
        <a:fillRef idx="0">
          <a:schemeClr val="accent1"/>
        </a:fillRef>
        <a:effectRef idx="0">
          <a:schemeClr val="accent1"/>
        </a:effectRef>
        <a:fontRef idx="minor">
          <a:schemeClr val="tx1"/>
        </a:fontRef>
      </a:style>
    </a:lnDef>
    <a:txDef>
      <a:spPr>
        <a:noFill/>
        <a:ln>
          <a:solidFill>
            <a:schemeClr val="bg2"/>
          </a:solidFill>
        </a:ln>
      </a:spPr>
      <a:bodyPr wrap="square" rtlCol="0" anchor="ctr" anchorCtr="1">
        <a:spAutoFit/>
      </a:bodyPr>
      <a:lstStyle>
        <a:defPPr>
          <a:defRPr dirty="0" smtClean="0"/>
        </a:defPPr>
      </a:lstStyle>
    </a:txDef>
  </a:objectDefaults>
  <a:extraClrSchemeLst/>
  <a:extLst>
    <a:ext uri="{05A4C25C-085E-4340-85A3-A5531E510DB2}">
      <thm15:themeFamily xmlns:thm15="http://schemas.microsoft.com/office/thememl/2012/main" name="TM03460663_win32_LW_V7.potx" id="{B4376E67-A46A-4922-AE0D-3354FC109E20}" vid="{F49CC2A7-BC98-4F28-8A83-D1D23E8024B9}"/>
    </a:ext>
  </a:extLst>
</a:theme>
</file>

<file path=ppt/theme/theme2.xml><?xml version="1.0" encoding="utf-8"?>
<a:theme xmlns:a="http://schemas.openxmlformats.org/drawingml/2006/main" name="Office Theme">
  <a:themeElements>
    <a:clrScheme name="Blue Red">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Century Gothic-Palatino Linotyp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panose="0204050205050503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Theme">
  <a:themeElements>
    <a:clrScheme name="Blue Red">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Century Gothic-Palatino Linotyp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panose="0204050205050503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F050606-E255-48B6-AE23-CE03A589EB22}">
  <ds:schemaRefs>
    <ds:schemaRef ds:uri="http://schemas.microsoft.com/office/infopath/2007/PartnerControls"/>
    <ds:schemaRef ds:uri="http://schemas.microsoft.com/office/2006/metadata/properties"/>
    <ds:schemaRef ds:uri="http://purl.org/dc/dcmitype/"/>
    <ds:schemaRef ds:uri="http://schemas.microsoft.com/office/2006/documentManagement/types"/>
    <ds:schemaRef ds:uri="http://purl.org/dc/elements/1.1/"/>
    <ds:schemaRef ds:uri="http://schemas.openxmlformats.org/package/2006/metadata/core-properties"/>
    <ds:schemaRef ds:uri="230e9df3-be65-4c73-a93b-d1236ebd677e"/>
    <ds:schemaRef ds:uri="16c05727-aa75-4e4a-9b5f-8a80a1165891"/>
    <ds:schemaRef ds:uri="http://schemas.microsoft.com/sharepoint/v3"/>
    <ds:schemaRef ds:uri="71af3243-3dd4-4a8d-8c0d-dd76da1f02a5"/>
    <ds:schemaRef ds:uri="http://www.w3.org/XML/1998/namespace"/>
    <ds:schemaRef ds:uri="http://purl.org/dc/terms/"/>
  </ds:schemaRefs>
</ds:datastoreItem>
</file>

<file path=customXml/itemProps2.xml><?xml version="1.0" encoding="utf-8"?>
<ds:datastoreItem xmlns:ds="http://schemas.openxmlformats.org/officeDocument/2006/customXml" ds:itemID="{20C06458-EC9A-428C-9123-A760B9587A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C37B52A-9EC8-4B7A-85C4-31F7EAFE403D}">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{5057BF9C-830F-4B4F-ADF5-46789501DC76}TFf1460845-8e07-4b92-9183-e15be13008a218dbe6a5_win32-cc1095971745</Template>
  <TotalTime>221</TotalTime>
  <Words>1972</Words>
  <Application>Microsoft Office PowerPoint</Application>
  <PresentationFormat>Custom</PresentationFormat>
  <Paragraphs>195</Paragraphs>
  <Slides>25</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Cambria Math</vt:lpstr>
      <vt:lpstr>Century Gothic</vt:lpstr>
      <vt:lpstr>Palatino Linotype</vt:lpstr>
      <vt:lpstr>Custom</vt:lpstr>
      <vt:lpstr>Comparative Analysis of Naïve Bayes, KNN, and Decision Tree Algorithms in Disaster Prediction</vt:lpstr>
      <vt:lpstr>Problem Definition</vt:lpstr>
      <vt:lpstr>Mathematical and Computational Mode</vt:lpstr>
      <vt:lpstr>Naïve Bayes</vt:lpstr>
      <vt:lpstr>Naïve Bayes</vt:lpstr>
      <vt:lpstr>Naïve Bayes</vt:lpstr>
      <vt:lpstr>K-Nearest Neighbors (KNN) </vt:lpstr>
      <vt:lpstr>K-Nearest Neighbors (KNN) </vt:lpstr>
      <vt:lpstr>K-Nearest Neighbors (KNN) </vt:lpstr>
      <vt:lpstr>Decision Tree</vt:lpstr>
      <vt:lpstr>Decision Tree</vt:lpstr>
      <vt:lpstr>Decision Tree</vt:lpstr>
      <vt:lpstr>Decision Tree</vt:lpstr>
      <vt:lpstr>Implementation and Experimentation</vt:lpstr>
      <vt:lpstr>Implementation and Experimentation</vt:lpstr>
      <vt:lpstr>Implementation and Experimentation</vt:lpstr>
      <vt:lpstr>Visualization and Analysis</vt:lpstr>
      <vt:lpstr>Visualization and Analysis</vt:lpstr>
      <vt:lpstr>Visualization and Analysis</vt:lpstr>
      <vt:lpstr>Visualization and Analysis</vt:lpstr>
      <vt:lpstr>Visualization and Analysis</vt:lpstr>
      <vt:lpstr>Visualization and Analysis</vt:lpstr>
      <vt:lpstr>Visualization and Analysis</vt:lpstr>
      <vt:lpstr>Summary</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Joanah Kate Mantiquilla</dc:creator>
  <cp:lastModifiedBy>Joanah Kate Mantiquilla</cp:lastModifiedBy>
  <cp:revision>4</cp:revision>
  <dcterms:created xsi:type="dcterms:W3CDTF">2026-05-18T03:13:26Z</dcterms:created>
  <dcterms:modified xsi:type="dcterms:W3CDTF">2026-05-18T10:45:33Z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Order">
    <vt:r8>74069400</vt:r8>
  </property>
  <property fmtid="{D5CDD505-2E9C-101B-9397-08002B2CF9AE}" pid="4" name="HiddenCategoryTags">
    <vt:lpwstr/>
  </property>
  <property fmtid="{D5CDD505-2E9C-101B-9397-08002B2CF9AE}" pid="5" name="InternalTags">
    <vt:lpwstr/>
  </property>
  <property fmtid="{D5CDD505-2E9C-101B-9397-08002B2CF9AE}" pid="6" name="FeatureTags">
    <vt:lpwstr/>
  </property>
  <property fmtid="{D5CDD505-2E9C-101B-9397-08002B2CF9AE}" pid="7" name="LocalizationTags">
    <vt:lpwstr/>
  </property>
  <property fmtid="{D5CDD505-2E9C-101B-9397-08002B2CF9AE}" pid="8" name="CategoryTags">
    <vt:lpwstr/>
  </property>
  <property fmtid="{D5CDD505-2E9C-101B-9397-08002B2CF9AE}" pid="9" name="Applications">
    <vt:lpwstr/>
  </property>
  <property fmtid="{D5CDD505-2E9C-101B-9397-08002B2CF9AE}" pid="10" name="CampaignTags">
    <vt:lpwstr/>
  </property>
  <property fmtid="{D5CDD505-2E9C-101B-9397-08002B2CF9AE}" pid="11" name="ScenarioTags">
    <vt:lpwstr/>
  </property>
  <property fmtid="{D5CDD505-2E9C-101B-9397-08002B2CF9AE}" pid="12" name="MediaServiceImageTags">
    <vt:lpwstr/>
  </property>
</Properties>
</file>